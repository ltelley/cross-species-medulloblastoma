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514119" y="493419"/>
              <a:ext cx="7619997" cy="538827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514119" y="4951037"/>
              <a:ext cx="7619997" cy="0"/>
            </a:xfrm>
            <a:custGeom>
              <a:avLst/>
              <a:pathLst>
                <a:path w="7619997" h="0">
                  <a:moveTo>
                    <a:pt x="0" y="0"/>
                  </a:moveTo>
                  <a:lnTo>
                    <a:pt x="7619997" y="0"/>
                  </a:lnTo>
                  <a:lnTo>
                    <a:pt x="76199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14119" y="3767297"/>
              <a:ext cx="7619997" cy="0"/>
            </a:xfrm>
            <a:custGeom>
              <a:avLst/>
              <a:pathLst>
                <a:path w="7619997" h="0">
                  <a:moveTo>
                    <a:pt x="0" y="0"/>
                  </a:moveTo>
                  <a:lnTo>
                    <a:pt x="7619997" y="0"/>
                  </a:lnTo>
                  <a:lnTo>
                    <a:pt x="76199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514119" y="2583557"/>
              <a:ext cx="7619997" cy="0"/>
            </a:xfrm>
            <a:custGeom>
              <a:avLst/>
              <a:pathLst>
                <a:path w="7619997" h="0">
                  <a:moveTo>
                    <a:pt x="0" y="0"/>
                  </a:moveTo>
                  <a:lnTo>
                    <a:pt x="7619997" y="0"/>
                  </a:lnTo>
                  <a:lnTo>
                    <a:pt x="76199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14119" y="1399817"/>
              <a:ext cx="7619997" cy="0"/>
            </a:xfrm>
            <a:custGeom>
              <a:avLst/>
              <a:pathLst>
                <a:path w="7619997" h="0">
                  <a:moveTo>
                    <a:pt x="0" y="0"/>
                  </a:moveTo>
                  <a:lnTo>
                    <a:pt x="7619997" y="0"/>
                  </a:lnTo>
                  <a:lnTo>
                    <a:pt x="76199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4119" y="5542907"/>
              <a:ext cx="7619997" cy="0"/>
            </a:xfrm>
            <a:custGeom>
              <a:avLst/>
              <a:pathLst>
                <a:path w="7619997" h="0">
                  <a:moveTo>
                    <a:pt x="0" y="0"/>
                  </a:moveTo>
                  <a:lnTo>
                    <a:pt x="7619997" y="0"/>
                  </a:lnTo>
                  <a:lnTo>
                    <a:pt x="7619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4119" y="4359167"/>
              <a:ext cx="7619997" cy="0"/>
            </a:xfrm>
            <a:custGeom>
              <a:avLst/>
              <a:pathLst>
                <a:path w="7619997" h="0">
                  <a:moveTo>
                    <a:pt x="0" y="0"/>
                  </a:moveTo>
                  <a:lnTo>
                    <a:pt x="7619997" y="0"/>
                  </a:lnTo>
                  <a:lnTo>
                    <a:pt x="7619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14119" y="3175427"/>
              <a:ext cx="7619997" cy="0"/>
            </a:xfrm>
            <a:custGeom>
              <a:avLst/>
              <a:pathLst>
                <a:path w="7619997" h="0">
                  <a:moveTo>
                    <a:pt x="0" y="0"/>
                  </a:moveTo>
                  <a:lnTo>
                    <a:pt x="7619997" y="0"/>
                  </a:lnTo>
                  <a:lnTo>
                    <a:pt x="7619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4119" y="1991687"/>
              <a:ext cx="7619997" cy="0"/>
            </a:xfrm>
            <a:custGeom>
              <a:avLst/>
              <a:pathLst>
                <a:path w="7619997" h="0">
                  <a:moveTo>
                    <a:pt x="0" y="0"/>
                  </a:moveTo>
                  <a:lnTo>
                    <a:pt x="7619997" y="0"/>
                  </a:lnTo>
                  <a:lnTo>
                    <a:pt x="7619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14119" y="807947"/>
              <a:ext cx="7619997" cy="0"/>
            </a:xfrm>
            <a:custGeom>
              <a:avLst/>
              <a:pathLst>
                <a:path w="7619997" h="0">
                  <a:moveTo>
                    <a:pt x="0" y="0"/>
                  </a:moveTo>
                  <a:lnTo>
                    <a:pt x="7619997" y="0"/>
                  </a:lnTo>
                  <a:lnTo>
                    <a:pt x="7619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60483" y="493419"/>
              <a:ext cx="0" cy="5388274"/>
            </a:xfrm>
            <a:custGeom>
              <a:avLst/>
              <a:pathLst>
                <a:path w="0" h="5388274">
                  <a:moveTo>
                    <a:pt x="0" y="538827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437755" y="493419"/>
              <a:ext cx="0" cy="5388274"/>
            </a:xfrm>
            <a:custGeom>
              <a:avLst/>
              <a:pathLst>
                <a:path w="0" h="5388274">
                  <a:moveTo>
                    <a:pt x="0" y="538827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015028" y="493419"/>
              <a:ext cx="0" cy="5388274"/>
            </a:xfrm>
            <a:custGeom>
              <a:avLst/>
              <a:pathLst>
                <a:path w="0" h="5388274">
                  <a:moveTo>
                    <a:pt x="0" y="538827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92301" y="493419"/>
              <a:ext cx="0" cy="5388274"/>
            </a:xfrm>
            <a:custGeom>
              <a:avLst/>
              <a:pathLst>
                <a:path w="0" h="5388274">
                  <a:moveTo>
                    <a:pt x="0" y="538827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169573" y="493419"/>
              <a:ext cx="0" cy="5388274"/>
            </a:xfrm>
            <a:custGeom>
              <a:avLst/>
              <a:pathLst>
                <a:path w="0" h="5388274">
                  <a:moveTo>
                    <a:pt x="0" y="538827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746846" y="493419"/>
              <a:ext cx="0" cy="5388274"/>
            </a:xfrm>
            <a:custGeom>
              <a:avLst/>
              <a:pathLst>
                <a:path w="0" h="5388274">
                  <a:moveTo>
                    <a:pt x="0" y="538827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324118" y="493419"/>
              <a:ext cx="0" cy="5388274"/>
            </a:xfrm>
            <a:custGeom>
              <a:avLst/>
              <a:pathLst>
                <a:path w="0" h="5388274">
                  <a:moveTo>
                    <a:pt x="0" y="538827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901391" y="493419"/>
              <a:ext cx="0" cy="5388274"/>
            </a:xfrm>
            <a:custGeom>
              <a:avLst/>
              <a:pathLst>
                <a:path w="0" h="5388274">
                  <a:moveTo>
                    <a:pt x="0" y="538827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478663" y="493419"/>
              <a:ext cx="0" cy="5388274"/>
            </a:xfrm>
            <a:custGeom>
              <a:avLst/>
              <a:pathLst>
                <a:path w="0" h="5388274">
                  <a:moveTo>
                    <a:pt x="0" y="538827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055936" y="493419"/>
              <a:ext cx="0" cy="5388274"/>
            </a:xfrm>
            <a:custGeom>
              <a:avLst/>
              <a:pathLst>
                <a:path w="0" h="5388274">
                  <a:moveTo>
                    <a:pt x="0" y="538827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6633208" y="493419"/>
              <a:ext cx="0" cy="5388274"/>
            </a:xfrm>
            <a:custGeom>
              <a:avLst/>
              <a:pathLst>
                <a:path w="0" h="5388274">
                  <a:moveTo>
                    <a:pt x="0" y="538827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7210481" y="493419"/>
              <a:ext cx="0" cy="5388274"/>
            </a:xfrm>
            <a:custGeom>
              <a:avLst/>
              <a:pathLst>
                <a:path w="0" h="5388274">
                  <a:moveTo>
                    <a:pt x="0" y="538827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7787753" y="493419"/>
              <a:ext cx="0" cy="5388274"/>
            </a:xfrm>
            <a:custGeom>
              <a:avLst/>
              <a:pathLst>
                <a:path w="0" h="5388274">
                  <a:moveTo>
                    <a:pt x="0" y="538827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87301" y="822152"/>
              <a:ext cx="0" cy="99434"/>
            </a:xfrm>
            <a:custGeom>
              <a:avLst/>
              <a:pathLst>
                <a:path w="0" h="99434">
                  <a:moveTo>
                    <a:pt x="0" y="9943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87301" y="1196214"/>
              <a:ext cx="0" cy="383531"/>
            </a:xfrm>
            <a:custGeom>
              <a:avLst/>
              <a:pathLst>
                <a:path w="0" h="383531">
                  <a:moveTo>
                    <a:pt x="0" y="0"/>
                  </a:moveTo>
                  <a:lnTo>
                    <a:pt x="0" y="383531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636790" y="921586"/>
              <a:ext cx="101022" cy="274627"/>
            </a:xfrm>
            <a:custGeom>
              <a:avLst/>
              <a:pathLst>
                <a:path w="101022" h="274627">
                  <a:moveTo>
                    <a:pt x="0" y="0"/>
                  </a:moveTo>
                  <a:lnTo>
                    <a:pt x="0" y="274627"/>
                  </a:lnTo>
                  <a:lnTo>
                    <a:pt x="101022" y="274627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3498DB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36790" y="1039960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802756" y="5301424"/>
              <a:ext cx="0" cy="59187"/>
            </a:xfrm>
            <a:custGeom>
              <a:avLst/>
              <a:pathLst>
                <a:path w="0" h="59187">
                  <a:moveTo>
                    <a:pt x="0" y="5918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802756" y="5471883"/>
              <a:ext cx="0" cy="71024"/>
            </a:xfrm>
            <a:custGeom>
              <a:avLst/>
              <a:pathLst>
                <a:path w="0" h="71024">
                  <a:moveTo>
                    <a:pt x="0" y="0"/>
                  </a:moveTo>
                  <a:lnTo>
                    <a:pt x="0" y="71024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752244" y="5360611"/>
              <a:ext cx="101022" cy="111271"/>
            </a:xfrm>
            <a:custGeom>
              <a:avLst/>
              <a:pathLst>
                <a:path w="101022" h="111271">
                  <a:moveTo>
                    <a:pt x="0" y="0"/>
                  </a:moveTo>
                  <a:lnTo>
                    <a:pt x="0" y="111271"/>
                  </a:lnTo>
                  <a:lnTo>
                    <a:pt x="101022" y="111271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E74C3C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752244" y="5400859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918210" y="5358244"/>
              <a:ext cx="0" cy="78126"/>
            </a:xfrm>
            <a:custGeom>
              <a:avLst/>
              <a:pathLst>
                <a:path w="0" h="78126">
                  <a:moveTo>
                    <a:pt x="0" y="7812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918210" y="5512130"/>
              <a:ext cx="0" cy="30777"/>
            </a:xfrm>
            <a:custGeom>
              <a:avLst/>
              <a:pathLst>
                <a:path w="0" h="30777">
                  <a:moveTo>
                    <a:pt x="0" y="0"/>
                  </a:moveTo>
                  <a:lnTo>
                    <a:pt x="0" y="30777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867699" y="5436371"/>
              <a:ext cx="101022" cy="75759"/>
            </a:xfrm>
            <a:custGeom>
              <a:avLst/>
              <a:pathLst>
                <a:path w="101022" h="75759">
                  <a:moveTo>
                    <a:pt x="0" y="0"/>
                  </a:moveTo>
                  <a:lnTo>
                    <a:pt x="0" y="75759"/>
                  </a:lnTo>
                  <a:lnTo>
                    <a:pt x="101022" y="75759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2ECC71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867699" y="5486088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1033665" y="5443473"/>
              <a:ext cx="0" cy="37879"/>
            </a:xfrm>
            <a:custGeom>
              <a:avLst/>
              <a:pathLst>
                <a:path w="0" h="37879">
                  <a:moveTo>
                    <a:pt x="0" y="3787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1033665" y="5523968"/>
              <a:ext cx="0" cy="14204"/>
            </a:xfrm>
            <a:custGeom>
              <a:avLst/>
              <a:pathLst>
                <a:path w="0" h="14204">
                  <a:moveTo>
                    <a:pt x="0" y="0"/>
                  </a:moveTo>
                  <a:lnTo>
                    <a:pt x="0" y="14204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983153" y="5481353"/>
              <a:ext cx="101022" cy="42614"/>
            </a:xfrm>
            <a:custGeom>
              <a:avLst/>
              <a:pathLst>
                <a:path w="101022" h="42614">
                  <a:moveTo>
                    <a:pt x="0" y="0"/>
                  </a:moveTo>
                  <a:lnTo>
                    <a:pt x="0" y="42614"/>
                  </a:lnTo>
                  <a:lnTo>
                    <a:pt x="101022" y="42614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9B59B6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983153" y="5509763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1264574" y="5438738"/>
              <a:ext cx="0" cy="53268"/>
            </a:xfrm>
            <a:custGeom>
              <a:avLst/>
              <a:pathLst>
                <a:path w="0" h="53268">
                  <a:moveTo>
                    <a:pt x="0" y="5326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1264574" y="5528703"/>
              <a:ext cx="0" cy="14204"/>
            </a:xfrm>
            <a:custGeom>
              <a:avLst/>
              <a:pathLst>
                <a:path w="0" h="14204">
                  <a:moveTo>
                    <a:pt x="0" y="0"/>
                  </a:moveTo>
                  <a:lnTo>
                    <a:pt x="0" y="14204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1214062" y="5492007"/>
              <a:ext cx="101022" cy="36695"/>
            </a:xfrm>
            <a:custGeom>
              <a:avLst/>
              <a:pathLst>
                <a:path w="101022" h="36695">
                  <a:moveTo>
                    <a:pt x="0" y="0"/>
                  </a:moveTo>
                  <a:lnTo>
                    <a:pt x="0" y="36695"/>
                  </a:lnTo>
                  <a:lnTo>
                    <a:pt x="101022" y="36695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3498DB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214062" y="5519233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380028" y="883706"/>
              <a:ext cx="0" cy="33144"/>
            </a:xfrm>
            <a:custGeom>
              <a:avLst/>
              <a:pathLst>
                <a:path w="0" h="33144">
                  <a:moveTo>
                    <a:pt x="0" y="3314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380028" y="1016285"/>
              <a:ext cx="0" cy="108904"/>
            </a:xfrm>
            <a:custGeom>
              <a:avLst/>
              <a:pathLst>
                <a:path w="0" h="108904">
                  <a:moveTo>
                    <a:pt x="0" y="0"/>
                  </a:moveTo>
                  <a:lnTo>
                    <a:pt x="0" y="108904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1329517" y="916851"/>
              <a:ext cx="101022" cy="99434"/>
            </a:xfrm>
            <a:custGeom>
              <a:avLst/>
              <a:pathLst>
                <a:path w="101022" h="99434">
                  <a:moveTo>
                    <a:pt x="0" y="0"/>
                  </a:moveTo>
                  <a:lnTo>
                    <a:pt x="0" y="99434"/>
                  </a:lnTo>
                  <a:lnTo>
                    <a:pt x="101022" y="99434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E74C3C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329517" y="957098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495483" y="5457678"/>
              <a:ext cx="0" cy="37879"/>
            </a:xfrm>
            <a:custGeom>
              <a:avLst/>
              <a:pathLst>
                <a:path w="0" h="37879">
                  <a:moveTo>
                    <a:pt x="0" y="3787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1495483" y="5523968"/>
              <a:ext cx="0" cy="18939"/>
            </a:xfrm>
            <a:custGeom>
              <a:avLst/>
              <a:pathLst>
                <a:path w="0" h="18939">
                  <a:moveTo>
                    <a:pt x="0" y="0"/>
                  </a:moveTo>
                  <a:lnTo>
                    <a:pt x="0" y="18939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1444971" y="5495558"/>
              <a:ext cx="101022" cy="28409"/>
            </a:xfrm>
            <a:custGeom>
              <a:avLst/>
              <a:pathLst>
                <a:path w="101022" h="28409">
                  <a:moveTo>
                    <a:pt x="0" y="0"/>
                  </a:moveTo>
                  <a:lnTo>
                    <a:pt x="0" y="28409"/>
                  </a:lnTo>
                  <a:lnTo>
                    <a:pt x="101022" y="28409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2ECC71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1444971" y="5514498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1610937" y="5362979"/>
              <a:ext cx="0" cy="58003"/>
            </a:xfrm>
            <a:custGeom>
              <a:avLst/>
              <a:pathLst>
                <a:path w="0" h="58003">
                  <a:moveTo>
                    <a:pt x="0" y="5800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1610937" y="5475434"/>
              <a:ext cx="0" cy="34328"/>
            </a:xfrm>
            <a:custGeom>
              <a:avLst/>
              <a:pathLst>
                <a:path w="0" h="34328">
                  <a:moveTo>
                    <a:pt x="0" y="0"/>
                  </a:moveTo>
                  <a:lnTo>
                    <a:pt x="0" y="34328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1560426" y="5420982"/>
              <a:ext cx="101022" cy="54452"/>
            </a:xfrm>
            <a:custGeom>
              <a:avLst/>
              <a:pathLst>
                <a:path w="101022" h="54452">
                  <a:moveTo>
                    <a:pt x="0" y="0"/>
                  </a:moveTo>
                  <a:lnTo>
                    <a:pt x="0" y="54452"/>
                  </a:lnTo>
                  <a:lnTo>
                    <a:pt x="101022" y="54452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9B59B6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560426" y="5448208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841846" y="5486088"/>
              <a:ext cx="0" cy="27226"/>
            </a:xfrm>
            <a:custGeom>
              <a:avLst/>
              <a:pathLst>
                <a:path w="0" h="27226">
                  <a:moveTo>
                    <a:pt x="0" y="2722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841846" y="5533438"/>
              <a:ext cx="0" cy="9469"/>
            </a:xfrm>
            <a:custGeom>
              <a:avLst/>
              <a:pathLst>
                <a:path w="0" h="9469">
                  <a:moveTo>
                    <a:pt x="0" y="0"/>
                  </a:moveTo>
                  <a:lnTo>
                    <a:pt x="0" y="9469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1791335" y="5513314"/>
              <a:ext cx="101022" cy="20123"/>
            </a:xfrm>
            <a:custGeom>
              <a:avLst/>
              <a:pathLst>
                <a:path w="101022" h="20123">
                  <a:moveTo>
                    <a:pt x="0" y="0"/>
                  </a:moveTo>
                  <a:lnTo>
                    <a:pt x="0" y="20123"/>
                  </a:lnTo>
                  <a:lnTo>
                    <a:pt x="101022" y="20123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3498DB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791335" y="5519233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1957301" y="5415064"/>
              <a:ext cx="0" cy="59187"/>
            </a:xfrm>
            <a:custGeom>
              <a:avLst/>
              <a:pathLst>
                <a:path w="0" h="59187">
                  <a:moveTo>
                    <a:pt x="0" y="5918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957301" y="5515681"/>
              <a:ext cx="0" cy="27226"/>
            </a:xfrm>
            <a:custGeom>
              <a:avLst/>
              <a:pathLst>
                <a:path w="0" h="27226">
                  <a:moveTo>
                    <a:pt x="0" y="0"/>
                  </a:moveTo>
                  <a:lnTo>
                    <a:pt x="0" y="27226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1906789" y="5474251"/>
              <a:ext cx="101022" cy="41430"/>
            </a:xfrm>
            <a:custGeom>
              <a:avLst/>
              <a:pathLst>
                <a:path w="101022" h="41430">
                  <a:moveTo>
                    <a:pt x="0" y="0"/>
                  </a:moveTo>
                  <a:lnTo>
                    <a:pt x="0" y="41430"/>
                  </a:lnTo>
                  <a:lnTo>
                    <a:pt x="101022" y="41430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E74C3C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906789" y="5500293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072755" y="888441"/>
              <a:ext cx="0" cy="72208"/>
            </a:xfrm>
            <a:custGeom>
              <a:avLst/>
              <a:pathLst>
                <a:path w="0" h="72208">
                  <a:moveTo>
                    <a:pt x="0" y="7220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072755" y="1469658"/>
              <a:ext cx="0" cy="583583"/>
            </a:xfrm>
            <a:custGeom>
              <a:avLst/>
              <a:pathLst>
                <a:path w="0" h="583583">
                  <a:moveTo>
                    <a:pt x="0" y="0"/>
                  </a:moveTo>
                  <a:lnTo>
                    <a:pt x="0" y="583583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2022244" y="960650"/>
              <a:ext cx="101022" cy="509008"/>
            </a:xfrm>
            <a:custGeom>
              <a:avLst/>
              <a:pathLst>
                <a:path w="101022" h="509008">
                  <a:moveTo>
                    <a:pt x="0" y="0"/>
                  </a:moveTo>
                  <a:lnTo>
                    <a:pt x="0" y="509008"/>
                  </a:lnTo>
                  <a:lnTo>
                    <a:pt x="101022" y="509008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2ECC71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022244" y="1146497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188210" y="4723759"/>
              <a:ext cx="0" cy="331447"/>
            </a:xfrm>
            <a:custGeom>
              <a:avLst/>
              <a:pathLst>
                <a:path w="0" h="331447">
                  <a:moveTo>
                    <a:pt x="0" y="33144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188210" y="5441106"/>
              <a:ext cx="0" cy="63921"/>
            </a:xfrm>
            <a:custGeom>
              <a:avLst/>
              <a:pathLst>
                <a:path w="0" h="63921">
                  <a:moveTo>
                    <a:pt x="0" y="0"/>
                  </a:moveTo>
                  <a:lnTo>
                    <a:pt x="0" y="63921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2137698" y="5055207"/>
              <a:ext cx="101022" cy="385899"/>
            </a:xfrm>
            <a:custGeom>
              <a:avLst/>
              <a:pathLst>
                <a:path w="101022" h="385899">
                  <a:moveTo>
                    <a:pt x="0" y="0"/>
                  </a:moveTo>
                  <a:lnTo>
                    <a:pt x="0" y="385899"/>
                  </a:lnTo>
                  <a:lnTo>
                    <a:pt x="101022" y="385899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9B59B6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137698" y="5277750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419119" y="5481353"/>
              <a:ext cx="0" cy="33144"/>
            </a:xfrm>
            <a:custGeom>
              <a:avLst/>
              <a:pathLst>
                <a:path w="0" h="33144">
                  <a:moveTo>
                    <a:pt x="0" y="3314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419119" y="5539356"/>
              <a:ext cx="0" cy="3551"/>
            </a:xfrm>
            <a:custGeom>
              <a:avLst/>
              <a:pathLst>
                <a:path w="0" h="3551">
                  <a:moveTo>
                    <a:pt x="0" y="0"/>
                  </a:moveTo>
                  <a:lnTo>
                    <a:pt x="0" y="3551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2368607" y="5514498"/>
              <a:ext cx="101022" cy="24858"/>
            </a:xfrm>
            <a:custGeom>
              <a:avLst/>
              <a:pathLst>
                <a:path w="101022" h="24858">
                  <a:moveTo>
                    <a:pt x="0" y="0"/>
                  </a:moveTo>
                  <a:lnTo>
                    <a:pt x="0" y="24858"/>
                  </a:lnTo>
                  <a:lnTo>
                    <a:pt x="101022" y="24858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3498DB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368607" y="5533438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534573" y="5235135"/>
              <a:ext cx="0" cy="159804"/>
            </a:xfrm>
            <a:custGeom>
              <a:avLst/>
              <a:pathLst>
                <a:path w="0" h="159804">
                  <a:moveTo>
                    <a:pt x="0" y="15980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534573" y="5502660"/>
              <a:ext cx="0" cy="40247"/>
            </a:xfrm>
            <a:custGeom>
              <a:avLst/>
              <a:pathLst>
                <a:path w="0" h="40247">
                  <a:moveTo>
                    <a:pt x="0" y="0"/>
                  </a:moveTo>
                  <a:lnTo>
                    <a:pt x="0" y="40247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2484062" y="5394940"/>
              <a:ext cx="101022" cy="107720"/>
            </a:xfrm>
            <a:custGeom>
              <a:avLst/>
              <a:pathLst>
                <a:path w="101022" h="107720">
                  <a:moveTo>
                    <a:pt x="0" y="0"/>
                  </a:moveTo>
                  <a:lnTo>
                    <a:pt x="0" y="107720"/>
                  </a:lnTo>
                  <a:lnTo>
                    <a:pt x="101022" y="107720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E74C3C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2484062" y="5462413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2650028" y="5112026"/>
              <a:ext cx="0" cy="223726"/>
            </a:xfrm>
            <a:custGeom>
              <a:avLst/>
              <a:pathLst>
                <a:path w="0" h="223726">
                  <a:moveTo>
                    <a:pt x="0" y="22372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2650028" y="5525151"/>
              <a:ext cx="0" cy="17756"/>
            </a:xfrm>
            <a:custGeom>
              <a:avLst/>
              <a:pathLst>
                <a:path w="0" h="17756">
                  <a:moveTo>
                    <a:pt x="0" y="0"/>
                  </a:moveTo>
                  <a:lnTo>
                    <a:pt x="0" y="17756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2599516" y="5335753"/>
              <a:ext cx="101022" cy="189398"/>
            </a:xfrm>
            <a:custGeom>
              <a:avLst/>
              <a:pathLst>
                <a:path w="101022" h="189398">
                  <a:moveTo>
                    <a:pt x="0" y="0"/>
                  </a:moveTo>
                  <a:lnTo>
                    <a:pt x="0" y="189398"/>
                  </a:lnTo>
                  <a:lnTo>
                    <a:pt x="101022" y="189398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2ECC71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2599516" y="5441106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2765482" y="807947"/>
              <a:ext cx="0" cy="73391"/>
            </a:xfrm>
            <a:custGeom>
              <a:avLst/>
              <a:pathLst>
                <a:path w="0" h="73391">
                  <a:moveTo>
                    <a:pt x="0" y="7339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2765482" y="1331160"/>
              <a:ext cx="0" cy="580032"/>
            </a:xfrm>
            <a:custGeom>
              <a:avLst/>
              <a:pathLst>
                <a:path w="0" h="580032">
                  <a:moveTo>
                    <a:pt x="0" y="0"/>
                  </a:moveTo>
                  <a:lnTo>
                    <a:pt x="0" y="580032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2714971" y="881339"/>
              <a:ext cx="101022" cy="449821"/>
            </a:xfrm>
            <a:custGeom>
              <a:avLst/>
              <a:pathLst>
                <a:path w="101022" h="449821">
                  <a:moveTo>
                    <a:pt x="0" y="0"/>
                  </a:moveTo>
                  <a:lnTo>
                    <a:pt x="0" y="449821"/>
                  </a:lnTo>
                  <a:lnTo>
                    <a:pt x="101022" y="449821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9B59B6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2714971" y="1011550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996391" y="4775844"/>
              <a:ext cx="0" cy="137313"/>
            </a:xfrm>
            <a:custGeom>
              <a:avLst/>
              <a:pathLst>
                <a:path w="0" h="137313">
                  <a:moveTo>
                    <a:pt x="0" y="13731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996391" y="5161743"/>
              <a:ext cx="0" cy="111271"/>
            </a:xfrm>
            <a:custGeom>
              <a:avLst/>
              <a:pathLst>
                <a:path w="0" h="111271">
                  <a:moveTo>
                    <a:pt x="0" y="0"/>
                  </a:moveTo>
                  <a:lnTo>
                    <a:pt x="0" y="111271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2945880" y="4913158"/>
              <a:ext cx="101022" cy="248585"/>
            </a:xfrm>
            <a:custGeom>
              <a:avLst/>
              <a:pathLst>
                <a:path w="101022" h="248585">
                  <a:moveTo>
                    <a:pt x="0" y="0"/>
                  </a:moveTo>
                  <a:lnTo>
                    <a:pt x="0" y="248585"/>
                  </a:lnTo>
                  <a:lnTo>
                    <a:pt x="101022" y="248585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3498DB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945880" y="5050472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3111846" y="2536208"/>
              <a:ext cx="0" cy="33144"/>
            </a:xfrm>
            <a:custGeom>
              <a:avLst/>
              <a:pathLst>
                <a:path w="0" h="33144">
                  <a:moveTo>
                    <a:pt x="0" y="3314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3111846" y="2654582"/>
              <a:ext cx="0" cy="52084"/>
            </a:xfrm>
            <a:custGeom>
              <a:avLst/>
              <a:pathLst>
                <a:path w="0" h="52084">
                  <a:moveTo>
                    <a:pt x="0" y="0"/>
                  </a:moveTo>
                  <a:lnTo>
                    <a:pt x="0" y="52084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3061335" y="2569352"/>
              <a:ext cx="101022" cy="85229"/>
            </a:xfrm>
            <a:custGeom>
              <a:avLst/>
              <a:pathLst>
                <a:path w="101022" h="85229">
                  <a:moveTo>
                    <a:pt x="0" y="0"/>
                  </a:moveTo>
                  <a:lnTo>
                    <a:pt x="0" y="85229"/>
                  </a:lnTo>
                  <a:lnTo>
                    <a:pt x="101022" y="85229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E74C3C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3061335" y="2602497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3227300" y="4898953"/>
              <a:ext cx="0" cy="9469"/>
            </a:xfrm>
            <a:custGeom>
              <a:avLst/>
              <a:pathLst>
                <a:path w="0" h="9469">
                  <a:moveTo>
                    <a:pt x="0" y="946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3227300" y="5093086"/>
              <a:ext cx="0" cy="175193"/>
            </a:xfrm>
            <a:custGeom>
              <a:avLst/>
              <a:pathLst>
                <a:path w="0" h="175193">
                  <a:moveTo>
                    <a:pt x="0" y="0"/>
                  </a:moveTo>
                  <a:lnTo>
                    <a:pt x="0" y="175193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3176789" y="4908423"/>
              <a:ext cx="101022" cy="184663"/>
            </a:xfrm>
            <a:custGeom>
              <a:avLst/>
              <a:pathLst>
                <a:path w="101022" h="184663">
                  <a:moveTo>
                    <a:pt x="0" y="0"/>
                  </a:moveTo>
                  <a:lnTo>
                    <a:pt x="0" y="184663"/>
                  </a:lnTo>
                  <a:lnTo>
                    <a:pt x="101022" y="184663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2ECC71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3176789" y="4917893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3342755" y="4359167"/>
              <a:ext cx="0" cy="262790"/>
            </a:xfrm>
            <a:custGeom>
              <a:avLst/>
              <a:pathLst>
                <a:path w="0" h="262790">
                  <a:moveTo>
                    <a:pt x="0" y="26279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3342755" y="4960507"/>
              <a:ext cx="0" cy="75759"/>
            </a:xfrm>
            <a:custGeom>
              <a:avLst/>
              <a:pathLst>
                <a:path w="0" h="75759">
                  <a:moveTo>
                    <a:pt x="0" y="0"/>
                  </a:moveTo>
                  <a:lnTo>
                    <a:pt x="0" y="75759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3292244" y="4621958"/>
              <a:ext cx="101022" cy="338549"/>
            </a:xfrm>
            <a:custGeom>
              <a:avLst/>
              <a:pathLst>
                <a:path w="101022" h="338549">
                  <a:moveTo>
                    <a:pt x="0" y="0"/>
                  </a:moveTo>
                  <a:lnTo>
                    <a:pt x="0" y="338549"/>
                  </a:lnTo>
                  <a:lnTo>
                    <a:pt x="101022" y="338549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9B59B6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3292244" y="4884748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3573664" y="551923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3573664" y="551923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3523153" y="5519233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  <a:close/>
                </a:path>
              </a:pathLst>
            </a:custGeom>
            <a:solidFill>
              <a:srgbClr val="3498DB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3523153" y="5519233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3689118" y="4775844"/>
              <a:ext cx="0" cy="11837"/>
            </a:xfrm>
            <a:custGeom>
              <a:avLst/>
              <a:pathLst>
                <a:path w="0" h="11837">
                  <a:moveTo>
                    <a:pt x="0" y="118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3689118" y="479951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3638607" y="4787681"/>
              <a:ext cx="101022" cy="11837"/>
            </a:xfrm>
            <a:custGeom>
              <a:avLst/>
              <a:pathLst>
                <a:path w="101022" h="11837">
                  <a:moveTo>
                    <a:pt x="0" y="0"/>
                  </a:moveTo>
                  <a:lnTo>
                    <a:pt x="0" y="11837"/>
                  </a:lnTo>
                  <a:lnTo>
                    <a:pt x="101022" y="11837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E74C3C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3638607" y="4799519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3804573" y="3009704"/>
              <a:ext cx="0" cy="7102"/>
            </a:xfrm>
            <a:custGeom>
              <a:avLst/>
              <a:pathLst>
                <a:path w="0" h="7102">
                  <a:moveTo>
                    <a:pt x="0" y="710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3804573" y="3040481"/>
              <a:ext cx="0" cy="16572"/>
            </a:xfrm>
            <a:custGeom>
              <a:avLst/>
              <a:pathLst>
                <a:path w="0" h="16572">
                  <a:moveTo>
                    <a:pt x="0" y="0"/>
                  </a:moveTo>
                  <a:lnTo>
                    <a:pt x="0" y="16572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3754062" y="3016806"/>
              <a:ext cx="101022" cy="23674"/>
            </a:xfrm>
            <a:custGeom>
              <a:avLst/>
              <a:pathLst>
                <a:path w="101022" h="23674">
                  <a:moveTo>
                    <a:pt x="0" y="0"/>
                  </a:moveTo>
                  <a:lnTo>
                    <a:pt x="0" y="23674"/>
                  </a:lnTo>
                  <a:lnTo>
                    <a:pt x="101022" y="23674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2ECC71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3754062" y="3023909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3920027" y="4084540"/>
              <a:ext cx="0" cy="4734"/>
            </a:xfrm>
            <a:custGeom>
              <a:avLst/>
              <a:pathLst>
                <a:path w="0" h="4734">
                  <a:moveTo>
                    <a:pt x="0" y="473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3920027" y="4101112"/>
              <a:ext cx="0" cy="7102"/>
            </a:xfrm>
            <a:custGeom>
              <a:avLst/>
              <a:pathLst>
                <a:path w="0" h="7102">
                  <a:moveTo>
                    <a:pt x="0" y="0"/>
                  </a:moveTo>
                  <a:lnTo>
                    <a:pt x="0" y="7102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3869516" y="4089275"/>
              <a:ext cx="101022" cy="11837"/>
            </a:xfrm>
            <a:custGeom>
              <a:avLst/>
              <a:pathLst>
                <a:path w="101022" h="11837">
                  <a:moveTo>
                    <a:pt x="0" y="0"/>
                  </a:moveTo>
                  <a:lnTo>
                    <a:pt x="0" y="11837"/>
                  </a:lnTo>
                  <a:lnTo>
                    <a:pt x="101022" y="11837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9B59B6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3869516" y="4094010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4150936" y="5088351"/>
              <a:ext cx="0" cy="30777"/>
            </a:xfrm>
            <a:custGeom>
              <a:avLst/>
              <a:pathLst>
                <a:path w="0" h="30777">
                  <a:moveTo>
                    <a:pt x="0" y="3077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4150936" y="5148722"/>
              <a:ext cx="0" cy="39063"/>
            </a:xfrm>
            <a:custGeom>
              <a:avLst/>
              <a:pathLst>
                <a:path w="0" h="39063">
                  <a:moveTo>
                    <a:pt x="0" y="0"/>
                  </a:moveTo>
                  <a:lnTo>
                    <a:pt x="0" y="39063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4100425" y="5119128"/>
              <a:ext cx="101022" cy="29593"/>
            </a:xfrm>
            <a:custGeom>
              <a:avLst/>
              <a:pathLst>
                <a:path w="101022" h="29593">
                  <a:moveTo>
                    <a:pt x="0" y="0"/>
                  </a:moveTo>
                  <a:lnTo>
                    <a:pt x="0" y="29593"/>
                  </a:lnTo>
                  <a:lnTo>
                    <a:pt x="101022" y="29593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3498DB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4100425" y="5135701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4266391" y="2526738"/>
              <a:ext cx="0" cy="468761"/>
            </a:xfrm>
            <a:custGeom>
              <a:avLst/>
              <a:pathLst>
                <a:path w="0" h="468761">
                  <a:moveTo>
                    <a:pt x="0" y="46876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4266391" y="3309190"/>
              <a:ext cx="0" cy="221359"/>
            </a:xfrm>
            <a:custGeom>
              <a:avLst/>
              <a:pathLst>
                <a:path w="0" h="221359">
                  <a:moveTo>
                    <a:pt x="0" y="0"/>
                  </a:moveTo>
                  <a:lnTo>
                    <a:pt x="0" y="221359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4215880" y="2995499"/>
              <a:ext cx="101022" cy="313691"/>
            </a:xfrm>
            <a:custGeom>
              <a:avLst/>
              <a:pathLst>
                <a:path w="101022" h="313691">
                  <a:moveTo>
                    <a:pt x="0" y="0"/>
                  </a:moveTo>
                  <a:lnTo>
                    <a:pt x="0" y="313691"/>
                  </a:lnTo>
                  <a:lnTo>
                    <a:pt x="101022" y="313691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E74C3C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4215880" y="3116240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4381845" y="3985105"/>
              <a:ext cx="0" cy="218991"/>
            </a:xfrm>
            <a:custGeom>
              <a:avLst/>
              <a:pathLst>
                <a:path w="0" h="218991">
                  <a:moveTo>
                    <a:pt x="0" y="21899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4381845" y="4514237"/>
              <a:ext cx="0" cy="209521"/>
            </a:xfrm>
            <a:custGeom>
              <a:avLst/>
              <a:pathLst>
                <a:path w="0" h="209521">
                  <a:moveTo>
                    <a:pt x="0" y="0"/>
                  </a:moveTo>
                  <a:lnTo>
                    <a:pt x="0" y="209521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4331334" y="4204097"/>
              <a:ext cx="101022" cy="310139"/>
            </a:xfrm>
            <a:custGeom>
              <a:avLst/>
              <a:pathLst>
                <a:path w="101022" h="310139">
                  <a:moveTo>
                    <a:pt x="0" y="0"/>
                  </a:moveTo>
                  <a:lnTo>
                    <a:pt x="0" y="310139"/>
                  </a:lnTo>
                  <a:lnTo>
                    <a:pt x="101022" y="310139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2ECC71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4331334" y="4295245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4497300" y="4586445"/>
              <a:ext cx="0" cy="207154"/>
            </a:xfrm>
            <a:custGeom>
              <a:avLst/>
              <a:pathLst>
                <a:path w="0" h="207154">
                  <a:moveTo>
                    <a:pt x="0" y="20715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4497300" y="4961691"/>
              <a:ext cx="0" cy="84045"/>
            </a:xfrm>
            <a:custGeom>
              <a:avLst/>
              <a:pathLst>
                <a:path w="0" h="84045">
                  <a:moveTo>
                    <a:pt x="0" y="0"/>
                  </a:moveTo>
                  <a:lnTo>
                    <a:pt x="0" y="84045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4446789" y="4793600"/>
              <a:ext cx="101022" cy="168091"/>
            </a:xfrm>
            <a:custGeom>
              <a:avLst/>
              <a:pathLst>
                <a:path w="101022" h="168091">
                  <a:moveTo>
                    <a:pt x="0" y="0"/>
                  </a:moveTo>
                  <a:lnTo>
                    <a:pt x="0" y="168091"/>
                  </a:lnTo>
                  <a:lnTo>
                    <a:pt x="101022" y="168091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9B59B6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4446789" y="4851603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4728209" y="5078881"/>
              <a:ext cx="0" cy="69840"/>
            </a:xfrm>
            <a:custGeom>
              <a:avLst/>
              <a:pathLst>
                <a:path w="0" h="69840">
                  <a:moveTo>
                    <a:pt x="0" y="6984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4728209" y="5206725"/>
              <a:ext cx="0" cy="4734"/>
            </a:xfrm>
            <a:custGeom>
              <a:avLst/>
              <a:pathLst>
                <a:path w="0" h="4734">
                  <a:moveTo>
                    <a:pt x="0" y="0"/>
                  </a:moveTo>
                  <a:lnTo>
                    <a:pt x="0" y="4734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4677698" y="5148722"/>
              <a:ext cx="101022" cy="58003"/>
            </a:xfrm>
            <a:custGeom>
              <a:avLst/>
              <a:pathLst>
                <a:path w="101022" h="58003">
                  <a:moveTo>
                    <a:pt x="0" y="0"/>
                  </a:moveTo>
                  <a:lnTo>
                    <a:pt x="0" y="58003"/>
                  </a:lnTo>
                  <a:lnTo>
                    <a:pt x="101022" y="58003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3498DB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4677698" y="5180683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4843663" y="2829775"/>
              <a:ext cx="0" cy="80494"/>
            </a:xfrm>
            <a:custGeom>
              <a:avLst/>
              <a:pathLst>
                <a:path w="0" h="80494">
                  <a:moveTo>
                    <a:pt x="0" y="804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4843663" y="3195551"/>
              <a:ext cx="0" cy="150334"/>
            </a:xfrm>
            <a:custGeom>
              <a:avLst/>
              <a:pathLst>
                <a:path w="0" h="150334">
                  <a:moveTo>
                    <a:pt x="0" y="0"/>
                  </a:moveTo>
                  <a:lnTo>
                    <a:pt x="0" y="150334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4793152" y="2910269"/>
              <a:ext cx="101022" cy="285281"/>
            </a:xfrm>
            <a:custGeom>
              <a:avLst/>
              <a:pathLst>
                <a:path w="101022" h="285281">
                  <a:moveTo>
                    <a:pt x="0" y="0"/>
                  </a:moveTo>
                  <a:lnTo>
                    <a:pt x="0" y="285281"/>
                  </a:lnTo>
                  <a:lnTo>
                    <a:pt x="101022" y="285281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E74C3C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4793152" y="3009704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4959118" y="3933021"/>
              <a:ext cx="0" cy="63921"/>
            </a:xfrm>
            <a:custGeom>
              <a:avLst/>
              <a:pathLst>
                <a:path w="0" h="63921">
                  <a:moveTo>
                    <a:pt x="0" y="6392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4959118" y="4494114"/>
              <a:ext cx="0" cy="134946"/>
            </a:xfrm>
            <a:custGeom>
              <a:avLst/>
              <a:pathLst>
                <a:path w="0" h="134946">
                  <a:moveTo>
                    <a:pt x="0" y="0"/>
                  </a:moveTo>
                  <a:lnTo>
                    <a:pt x="0" y="134946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4908607" y="3996943"/>
              <a:ext cx="101022" cy="497170"/>
            </a:xfrm>
            <a:custGeom>
              <a:avLst/>
              <a:pathLst>
                <a:path w="101022" h="497170">
                  <a:moveTo>
                    <a:pt x="0" y="0"/>
                  </a:moveTo>
                  <a:lnTo>
                    <a:pt x="0" y="497170"/>
                  </a:lnTo>
                  <a:lnTo>
                    <a:pt x="101022" y="497170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2ECC71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4908607" y="4344962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5074572" y="4719024"/>
              <a:ext cx="0" cy="131395"/>
            </a:xfrm>
            <a:custGeom>
              <a:avLst/>
              <a:pathLst>
                <a:path w="0" h="131395">
                  <a:moveTo>
                    <a:pt x="0" y="13139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5074572" y="4969977"/>
              <a:ext cx="0" cy="142048"/>
            </a:xfrm>
            <a:custGeom>
              <a:avLst/>
              <a:pathLst>
                <a:path w="0" h="142048">
                  <a:moveTo>
                    <a:pt x="0" y="0"/>
                  </a:moveTo>
                  <a:lnTo>
                    <a:pt x="0" y="142048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024061" y="4850419"/>
              <a:ext cx="101022" cy="119557"/>
            </a:xfrm>
            <a:custGeom>
              <a:avLst/>
              <a:pathLst>
                <a:path w="101022" h="119557">
                  <a:moveTo>
                    <a:pt x="0" y="0"/>
                  </a:moveTo>
                  <a:lnTo>
                    <a:pt x="0" y="119557"/>
                  </a:lnTo>
                  <a:lnTo>
                    <a:pt x="101022" y="119557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9B59B6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5024061" y="4920260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5305481" y="5107291"/>
              <a:ext cx="0" cy="95882"/>
            </a:xfrm>
            <a:custGeom>
              <a:avLst/>
              <a:pathLst>
                <a:path w="0" h="95882">
                  <a:moveTo>
                    <a:pt x="0" y="9588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5305481" y="5468332"/>
              <a:ext cx="0" cy="13021"/>
            </a:xfrm>
            <a:custGeom>
              <a:avLst/>
              <a:pathLst>
                <a:path w="0" h="13021">
                  <a:moveTo>
                    <a:pt x="0" y="0"/>
                  </a:moveTo>
                  <a:lnTo>
                    <a:pt x="0" y="13021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254970" y="5203174"/>
              <a:ext cx="101022" cy="265157"/>
            </a:xfrm>
            <a:custGeom>
              <a:avLst/>
              <a:pathLst>
                <a:path w="101022" h="265157">
                  <a:moveTo>
                    <a:pt x="0" y="0"/>
                  </a:moveTo>
                  <a:lnTo>
                    <a:pt x="0" y="265157"/>
                  </a:lnTo>
                  <a:lnTo>
                    <a:pt x="101022" y="265157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3498DB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5254970" y="5339304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5420936" y="3208572"/>
              <a:ext cx="0" cy="581216"/>
            </a:xfrm>
            <a:custGeom>
              <a:avLst/>
              <a:pathLst>
                <a:path w="0" h="581216">
                  <a:moveTo>
                    <a:pt x="0" y="58121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5420936" y="4682328"/>
              <a:ext cx="0" cy="88780"/>
            </a:xfrm>
            <a:custGeom>
              <a:avLst/>
              <a:pathLst>
                <a:path w="0" h="88780">
                  <a:moveTo>
                    <a:pt x="0" y="0"/>
                  </a:moveTo>
                  <a:lnTo>
                    <a:pt x="0" y="8878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370425" y="3789788"/>
              <a:ext cx="101022" cy="892540"/>
            </a:xfrm>
            <a:custGeom>
              <a:avLst/>
              <a:pathLst>
                <a:path w="101022" h="892540">
                  <a:moveTo>
                    <a:pt x="0" y="0"/>
                  </a:moveTo>
                  <a:lnTo>
                    <a:pt x="0" y="892540"/>
                  </a:lnTo>
                  <a:lnTo>
                    <a:pt x="101022" y="892540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E74C3C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5370425" y="4321288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5536391" y="2744546"/>
              <a:ext cx="0" cy="273443"/>
            </a:xfrm>
            <a:custGeom>
              <a:avLst/>
              <a:pathLst>
                <a:path w="0" h="273443">
                  <a:moveTo>
                    <a:pt x="0" y="27344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5536391" y="3558959"/>
              <a:ext cx="0" cy="748123"/>
            </a:xfrm>
            <a:custGeom>
              <a:avLst/>
              <a:pathLst>
                <a:path w="0" h="748123">
                  <a:moveTo>
                    <a:pt x="0" y="0"/>
                  </a:moveTo>
                  <a:lnTo>
                    <a:pt x="0" y="748123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485879" y="3017990"/>
              <a:ext cx="101022" cy="540969"/>
            </a:xfrm>
            <a:custGeom>
              <a:avLst/>
              <a:pathLst>
                <a:path w="101022" h="540969">
                  <a:moveTo>
                    <a:pt x="0" y="0"/>
                  </a:moveTo>
                  <a:lnTo>
                    <a:pt x="0" y="540969"/>
                  </a:lnTo>
                  <a:lnTo>
                    <a:pt x="101022" y="540969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2ECC71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5485879" y="3281964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5651845" y="4032455"/>
              <a:ext cx="0" cy="252136"/>
            </a:xfrm>
            <a:custGeom>
              <a:avLst/>
              <a:pathLst>
                <a:path w="0" h="252136">
                  <a:moveTo>
                    <a:pt x="0" y="25213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5651845" y="4835031"/>
              <a:ext cx="0" cy="134946"/>
            </a:xfrm>
            <a:custGeom>
              <a:avLst/>
              <a:pathLst>
                <a:path w="0" h="134946">
                  <a:moveTo>
                    <a:pt x="0" y="0"/>
                  </a:moveTo>
                  <a:lnTo>
                    <a:pt x="0" y="134946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601334" y="4284592"/>
              <a:ext cx="101022" cy="550439"/>
            </a:xfrm>
            <a:custGeom>
              <a:avLst/>
              <a:pathLst>
                <a:path w="101022" h="550439">
                  <a:moveTo>
                    <a:pt x="0" y="0"/>
                  </a:moveTo>
                  <a:lnTo>
                    <a:pt x="0" y="550439"/>
                  </a:lnTo>
                  <a:lnTo>
                    <a:pt x="101022" y="550439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9B59B6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5601334" y="4491746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5882754" y="5173581"/>
              <a:ext cx="0" cy="42614"/>
            </a:xfrm>
            <a:custGeom>
              <a:avLst/>
              <a:pathLst>
                <a:path w="0" h="42614">
                  <a:moveTo>
                    <a:pt x="0" y="4261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5882754" y="5476618"/>
              <a:ext cx="0" cy="9469"/>
            </a:xfrm>
            <a:custGeom>
              <a:avLst/>
              <a:pathLst>
                <a:path w="0" h="9469">
                  <a:moveTo>
                    <a:pt x="0" y="0"/>
                  </a:moveTo>
                  <a:lnTo>
                    <a:pt x="0" y="9469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832243" y="5216195"/>
              <a:ext cx="101022" cy="260422"/>
            </a:xfrm>
            <a:custGeom>
              <a:avLst/>
              <a:pathLst>
                <a:path w="101022" h="260422">
                  <a:moveTo>
                    <a:pt x="0" y="0"/>
                  </a:moveTo>
                  <a:lnTo>
                    <a:pt x="0" y="260422"/>
                  </a:lnTo>
                  <a:lnTo>
                    <a:pt x="101022" y="260422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3498DB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5832243" y="5282485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5998209" y="3218042"/>
              <a:ext cx="0" cy="255687"/>
            </a:xfrm>
            <a:custGeom>
              <a:avLst/>
              <a:pathLst>
                <a:path w="0" h="255687">
                  <a:moveTo>
                    <a:pt x="0" y="25568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5998209" y="4747434"/>
              <a:ext cx="0" cy="47349"/>
            </a:xfrm>
            <a:custGeom>
              <a:avLst/>
              <a:pathLst>
                <a:path w="0" h="47349">
                  <a:moveTo>
                    <a:pt x="0" y="0"/>
                  </a:moveTo>
                  <a:lnTo>
                    <a:pt x="0" y="47349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47697" y="3473730"/>
              <a:ext cx="101022" cy="1273704"/>
            </a:xfrm>
            <a:custGeom>
              <a:avLst/>
              <a:pathLst>
                <a:path w="101022" h="1273704">
                  <a:moveTo>
                    <a:pt x="0" y="0"/>
                  </a:moveTo>
                  <a:lnTo>
                    <a:pt x="0" y="1273704"/>
                  </a:lnTo>
                  <a:lnTo>
                    <a:pt x="101022" y="1273704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E74C3C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5947697" y="4022985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6113663" y="2512533"/>
              <a:ext cx="0" cy="184663"/>
            </a:xfrm>
            <a:custGeom>
              <a:avLst/>
              <a:pathLst>
                <a:path w="0" h="184663">
                  <a:moveTo>
                    <a:pt x="0" y="18466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6113663" y="3833587"/>
              <a:ext cx="0" cy="449821"/>
            </a:xfrm>
            <a:custGeom>
              <a:avLst/>
              <a:pathLst>
                <a:path w="0" h="449821">
                  <a:moveTo>
                    <a:pt x="0" y="0"/>
                  </a:moveTo>
                  <a:lnTo>
                    <a:pt x="0" y="449821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063152" y="2697196"/>
              <a:ext cx="101022" cy="1136390"/>
            </a:xfrm>
            <a:custGeom>
              <a:avLst/>
              <a:pathLst>
                <a:path w="101022" h="1136390">
                  <a:moveTo>
                    <a:pt x="0" y="0"/>
                  </a:moveTo>
                  <a:lnTo>
                    <a:pt x="0" y="1136390"/>
                  </a:lnTo>
                  <a:lnTo>
                    <a:pt x="101022" y="1136390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2ECC71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6063152" y="3407440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6229118" y="4487011"/>
              <a:ext cx="0" cy="75759"/>
            </a:xfrm>
            <a:custGeom>
              <a:avLst/>
              <a:pathLst>
                <a:path w="0" h="75759">
                  <a:moveTo>
                    <a:pt x="0" y="7575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6229118" y="4913158"/>
              <a:ext cx="0" cy="47349"/>
            </a:xfrm>
            <a:custGeom>
              <a:avLst/>
              <a:pathLst>
                <a:path w="0" h="47349">
                  <a:moveTo>
                    <a:pt x="0" y="0"/>
                  </a:moveTo>
                  <a:lnTo>
                    <a:pt x="0" y="47349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178606" y="4562771"/>
              <a:ext cx="101022" cy="350387"/>
            </a:xfrm>
            <a:custGeom>
              <a:avLst/>
              <a:pathLst>
                <a:path w="101022" h="350387">
                  <a:moveTo>
                    <a:pt x="0" y="0"/>
                  </a:moveTo>
                  <a:lnTo>
                    <a:pt x="0" y="350387"/>
                  </a:lnTo>
                  <a:lnTo>
                    <a:pt x="101022" y="350387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9B59B6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6178606" y="4761639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6460027" y="4472806"/>
              <a:ext cx="0" cy="390634"/>
            </a:xfrm>
            <a:custGeom>
              <a:avLst/>
              <a:pathLst>
                <a:path w="0" h="390634">
                  <a:moveTo>
                    <a:pt x="0" y="39063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6460027" y="5326283"/>
              <a:ext cx="0" cy="84045"/>
            </a:xfrm>
            <a:custGeom>
              <a:avLst/>
              <a:pathLst>
                <a:path w="0" h="84045">
                  <a:moveTo>
                    <a:pt x="0" y="0"/>
                  </a:moveTo>
                  <a:lnTo>
                    <a:pt x="0" y="84045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409515" y="4863441"/>
              <a:ext cx="101022" cy="462842"/>
            </a:xfrm>
            <a:custGeom>
              <a:avLst/>
              <a:pathLst>
                <a:path w="101022" h="462842">
                  <a:moveTo>
                    <a:pt x="0" y="0"/>
                  </a:moveTo>
                  <a:lnTo>
                    <a:pt x="0" y="462842"/>
                  </a:lnTo>
                  <a:lnTo>
                    <a:pt x="101022" y="462842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3498DB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6409515" y="5185418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6575481" y="2858185"/>
              <a:ext cx="0" cy="1210966"/>
            </a:xfrm>
            <a:custGeom>
              <a:avLst/>
              <a:pathLst>
                <a:path w="0" h="1210966">
                  <a:moveTo>
                    <a:pt x="0" y="121096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6575481" y="5019694"/>
              <a:ext cx="0" cy="319609"/>
            </a:xfrm>
            <a:custGeom>
              <a:avLst/>
              <a:pathLst>
                <a:path w="0" h="319609">
                  <a:moveTo>
                    <a:pt x="0" y="0"/>
                  </a:moveTo>
                  <a:lnTo>
                    <a:pt x="0" y="319609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524970" y="4069151"/>
              <a:ext cx="101022" cy="950543"/>
            </a:xfrm>
            <a:custGeom>
              <a:avLst/>
              <a:pathLst>
                <a:path w="101022" h="950543">
                  <a:moveTo>
                    <a:pt x="0" y="0"/>
                  </a:moveTo>
                  <a:lnTo>
                    <a:pt x="0" y="950543"/>
                  </a:lnTo>
                  <a:lnTo>
                    <a:pt x="101022" y="950543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E74C3C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6524970" y="4752169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6690936" y="1934868"/>
              <a:ext cx="0" cy="776533"/>
            </a:xfrm>
            <a:custGeom>
              <a:avLst/>
              <a:pathLst>
                <a:path w="0" h="776533">
                  <a:moveTo>
                    <a:pt x="0" y="77653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6690936" y="3637086"/>
              <a:ext cx="0" cy="1285541"/>
            </a:xfrm>
            <a:custGeom>
              <a:avLst/>
              <a:pathLst>
                <a:path w="0" h="1285541">
                  <a:moveTo>
                    <a:pt x="0" y="0"/>
                  </a:moveTo>
                  <a:lnTo>
                    <a:pt x="0" y="1285541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640424" y="2711401"/>
              <a:ext cx="101022" cy="925684"/>
            </a:xfrm>
            <a:custGeom>
              <a:avLst/>
              <a:pathLst>
                <a:path w="101022" h="925684">
                  <a:moveTo>
                    <a:pt x="0" y="0"/>
                  </a:moveTo>
                  <a:lnTo>
                    <a:pt x="0" y="925684"/>
                  </a:lnTo>
                  <a:lnTo>
                    <a:pt x="101022" y="925684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2ECC71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6640424" y="2900800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6806390" y="4221853"/>
              <a:ext cx="0" cy="232013"/>
            </a:xfrm>
            <a:custGeom>
              <a:avLst/>
              <a:pathLst>
                <a:path w="0" h="232013">
                  <a:moveTo>
                    <a:pt x="0" y="23201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6806390" y="4956956"/>
              <a:ext cx="0" cy="330263"/>
            </a:xfrm>
            <a:custGeom>
              <a:avLst/>
              <a:pathLst>
                <a:path w="0" h="330263">
                  <a:moveTo>
                    <a:pt x="0" y="0"/>
                  </a:moveTo>
                  <a:lnTo>
                    <a:pt x="0" y="330263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755879" y="4453867"/>
              <a:ext cx="101022" cy="503089"/>
            </a:xfrm>
            <a:custGeom>
              <a:avLst/>
              <a:pathLst>
                <a:path w="101022" h="503089">
                  <a:moveTo>
                    <a:pt x="0" y="0"/>
                  </a:moveTo>
                  <a:lnTo>
                    <a:pt x="0" y="503089"/>
                  </a:lnTo>
                  <a:lnTo>
                    <a:pt x="101022" y="503089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9B59B6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6755879" y="4683512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7037299" y="547188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7037299" y="5520416"/>
              <a:ext cx="0" cy="8286"/>
            </a:xfrm>
            <a:custGeom>
              <a:avLst/>
              <a:pathLst>
                <a:path w="0" h="8286">
                  <a:moveTo>
                    <a:pt x="0" y="0"/>
                  </a:moveTo>
                  <a:lnTo>
                    <a:pt x="0" y="8286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986788" y="5471883"/>
              <a:ext cx="101022" cy="48533"/>
            </a:xfrm>
            <a:custGeom>
              <a:avLst/>
              <a:pathLst>
                <a:path w="101022" h="48533">
                  <a:moveTo>
                    <a:pt x="0" y="0"/>
                  </a:moveTo>
                  <a:lnTo>
                    <a:pt x="0" y="48533"/>
                  </a:lnTo>
                  <a:lnTo>
                    <a:pt x="101022" y="48533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3498DB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6986788" y="5486088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7152754" y="5036267"/>
              <a:ext cx="0" cy="110087"/>
            </a:xfrm>
            <a:custGeom>
              <a:avLst/>
              <a:pathLst>
                <a:path w="0" h="110087">
                  <a:moveTo>
                    <a:pt x="0" y="11008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7152754" y="5268280"/>
              <a:ext cx="0" cy="104169"/>
            </a:xfrm>
            <a:custGeom>
              <a:avLst/>
              <a:pathLst>
                <a:path w="0" h="104169">
                  <a:moveTo>
                    <a:pt x="0" y="0"/>
                  </a:moveTo>
                  <a:lnTo>
                    <a:pt x="0" y="104169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7102242" y="5146355"/>
              <a:ext cx="101022" cy="121925"/>
            </a:xfrm>
            <a:custGeom>
              <a:avLst/>
              <a:pathLst>
                <a:path w="101022" h="121925">
                  <a:moveTo>
                    <a:pt x="0" y="0"/>
                  </a:moveTo>
                  <a:lnTo>
                    <a:pt x="0" y="121925"/>
                  </a:lnTo>
                  <a:lnTo>
                    <a:pt x="101022" y="121925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E74C3C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7102242" y="5209093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7268208" y="2039037"/>
              <a:ext cx="0" cy="303037"/>
            </a:xfrm>
            <a:custGeom>
              <a:avLst/>
              <a:pathLst>
                <a:path w="0" h="303037">
                  <a:moveTo>
                    <a:pt x="0" y="3030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7268208" y="3308006"/>
              <a:ext cx="0" cy="1382608"/>
            </a:xfrm>
            <a:custGeom>
              <a:avLst/>
              <a:pathLst>
                <a:path w="0" h="1382608">
                  <a:moveTo>
                    <a:pt x="0" y="0"/>
                  </a:moveTo>
                  <a:lnTo>
                    <a:pt x="0" y="1382608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7217697" y="2342074"/>
              <a:ext cx="101022" cy="965931"/>
            </a:xfrm>
            <a:custGeom>
              <a:avLst/>
              <a:pathLst>
                <a:path w="101022" h="965931">
                  <a:moveTo>
                    <a:pt x="0" y="0"/>
                  </a:moveTo>
                  <a:lnTo>
                    <a:pt x="0" y="965931"/>
                  </a:lnTo>
                  <a:lnTo>
                    <a:pt x="101022" y="965931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2ECC71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7217697" y="2682991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7383663" y="3175427"/>
              <a:ext cx="0" cy="645138"/>
            </a:xfrm>
            <a:custGeom>
              <a:avLst/>
              <a:pathLst>
                <a:path w="0" h="645138">
                  <a:moveTo>
                    <a:pt x="0" y="64513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7383663" y="4408884"/>
              <a:ext cx="0" cy="362224"/>
            </a:xfrm>
            <a:custGeom>
              <a:avLst/>
              <a:pathLst>
                <a:path w="0" h="362224">
                  <a:moveTo>
                    <a:pt x="0" y="0"/>
                  </a:moveTo>
                  <a:lnTo>
                    <a:pt x="0" y="362224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7333151" y="3820566"/>
              <a:ext cx="101022" cy="588318"/>
            </a:xfrm>
            <a:custGeom>
              <a:avLst/>
              <a:pathLst>
                <a:path w="101022" h="588318">
                  <a:moveTo>
                    <a:pt x="0" y="0"/>
                  </a:moveTo>
                  <a:lnTo>
                    <a:pt x="0" y="588318"/>
                  </a:lnTo>
                  <a:lnTo>
                    <a:pt x="101022" y="588318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9B59B6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7333151" y="4228956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7614572" y="5467148"/>
              <a:ext cx="0" cy="4734"/>
            </a:xfrm>
            <a:custGeom>
              <a:avLst/>
              <a:pathLst>
                <a:path w="0" h="4734">
                  <a:moveTo>
                    <a:pt x="0" y="473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7614572" y="5496742"/>
              <a:ext cx="0" cy="17756"/>
            </a:xfrm>
            <a:custGeom>
              <a:avLst/>
              <a:pathLst>
                <a:path w="0" h="17756">
                  <a:moveTo>
                    <a:pt x="0" y="0"/>
                  </a:moveTo>
                  <a:lnTo>
                    <a:pt x="0" y="17756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7564060" y="5471883"/>
              <a:ext cx="101022" cy="24858"/>
            </a:xfrm>
            <a:custGeom>
              <a:avLst/>
              <a:pathLst>
                <a:path w="101022" h="24858">
                  <a:moveTo>
                    <a:pt x="0" y="0"/>
                  </a:moveTo>
                  <a:lnTo>
                    <a:pt x="0" y="24858"/>
                  </a:lnTo>
                  <a:lnTo>
                    <a:pt x="101022" y="24858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3498DB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7564060" y="5478985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7730026" y="4965242"/>
              <a:ext cx="0" cy="95882"/>
            </a:xfrm>
            <a:custGeom>
              <a:avLst/>
              <a:pathLst>
                <a:path w="0" h="95882">
                  <a:moveTo>
                    <a:pt x="0" y="9588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7730026" y="5241054"/>
              <a:ext cx="0" cy="41430"/>
            </a:xfrm>
            <a:custGeom>
              <a:avLst/>
              <a:pathLst>
                <a:path w="0" h="41430">
                  <a:moveTo>
                    <a:pt x="0" y="0"/>
                  </a:moveTo>
                  <a:lnTo>
                    <a:pt x="0" y="4143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7679515" y="5061125"/>
              <a:ext cx="101022" cy="179928"/>
            </a:xfrm>
            <a:custGeom>
              <a:avLst/>
              <a:pathLst>
                <a:path w="101022" h="179928">
                  <a:moveTo>
                    <a:pt x="0" y="0"/>
                  </a:moveTo>
                  <a:lnTo>
                    <a:pt x="0" y="179928"/>
                  </a:lnTo>
                  <a:lnTo>
                    <a:pt x="101022" y="179928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E74C3C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7679515" y="5119128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8" name="pl228"/>
            <p:cNvSpPr/>
            <p:nvPr/>
          </p:nvSpPr>
          <p:spPr>
            <a:xfrm>
              <a:off x="7845481" y="1878048"/>
              <a:ext cx="0" cy="242666"/>
            </a:xfrm>
            <a:custGeom>
              <a:avLst/>
              <a:pathLst>
                <a:path w="0" h="242666">
                  <a:moveTo>
                    <a:pt x="0" y="24266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9"/>
            <p:cNvSpPr/>
            <p:nvPr/>
          </p:nvSpPr>
          <p:spPr>
            <a:xfrm>
              <a:off x="7845481" y="3027460"/>
              <a:ext cx="0" cy="455739"/>
            </a:xfrm>
            <a:custGeom>
              <a:avLst/>
              <a:pathLst>
                <a:path w="0" h="455739">
                  <a:moveTo>
                    <a:pt x="0" y="0"/>
                  </a:moveTo>
                  <a:lnTo>
                    <a:pt x="0" y="455739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7794969" y="2120715"/>
              <a:ext cx="101022" cy="906744"/>
            </a:xfrm>
            <a:custGeom>
              <a:avLst/>
              <a:pathLst>
                <a:path w="101022" h="906744">
                  <a:moveTo>
                    <a:pt x="0" y="0"/>
                  </a:moveTo>
                  <a:lnTo>
                    <a:pt x="0" y="906744"/>
                  </a:lnTo>
                  <a:lnTo>
                    <a:pt x="101022" y="906744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2ECC71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7794969" y="2645112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7960935" y="3502140"/>
              <a:ext cx="0" cy="333814"/>
            </a:xfrm>
            <a:custGeom>
              <a:avLst/>
              <a:pathLst>
                <a:path w="0" h="333814">
                  <a:moveTo>
                    <a:pt x="0" y="33381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7960935" y="4604202"/>
              <a:ext cx="0" cy="214256"/>
            </a:xfrm>
            <a:custGeom>
              <a:avLst/>
              <a:pathLst>
                <a:path w="0" h="214256">
                  <a:moveTo>
                    <a:pt x="0" y="0"/>
                  </a:moveTo>
                  <a:lnTo>
                    <a:pt x="0" y="214256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7910424" y="3835954"/>
              <a:ext cx="101022" cy="768247"/>
            </a:xfrm>
            <a:custGeom>
              <a:avLst/>
              <a:pathLst>
                <a:path w="101022" h="768247">
                  <a:moveTo>
                    <a:pt x="0" y="0"/>
                  </a:moveTo>
                  <a:lnTo>
                    <a:pt x="0" y="768247"/>
                  </a:lnTo>
                  <a:lnTo>
                    <a:pt x="101022" y="768247"/>
                  </a:lnTo>
                  <a:lnTo>
                    <a:pt x="101022" y="0"/>
                  </a:lnTo>
                  <a:close/>
                </a:path>
              </a:pathLst>
            </a:custGeom>
            <a:solidFill>
              <a:srgbClr val="9B59B6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7910424" y="4179239"/>
              <a:ext cx="101022" cy="0"/>
            </a:xfrm>
            <a:custGeom>
              <a:avLst/>
              <a:pathLst>
                <a:path w="101022" h="0">
                  <a:moveTo>
                    <a:pt x="0" y="0"/>
                  </a:moveTo>
                  <a:lnTo>
                    <a:pt x="101022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1231979" y="5320700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1354664" y="1254524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1469291" y="5393568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1590179" y="5324809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2398525" y="5452997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2505923" y="5571007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2628053" y="5549839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2749197" y="792720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2389959" y="5529338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2511600" y="5358578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2621407" y="5407789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2746014" y="1011439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1231566" y="5524372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1356678" y="1038018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1478943" y="5463180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1583990" y="5365374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1823806" y="5462784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1941656" y="5479405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2040283" y="888542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2164651" y="5455231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1815710" y="5411758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1931959" y="5426188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2038579" y="987983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2154123" y="5451230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1238211" y="5435216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1355781" y="1016974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1465685" y="5567495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1591616" y="5407868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2386635" y="5461123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2511456" y="5226496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2617545" y="4710224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2747381" y="1854585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2386825" y="5528871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2510053" y="5381589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2615603" y="5525588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2733254" y="876882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670791" y="936827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786983" y="5526751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897914" y="5561975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1002890" y="5423973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1810805" y="5489999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1932828" y="5487277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2041669" y="1109761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2165119" y="5225905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2389492" y="5494507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2500808" y="5375502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2625462" y="5444599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2746599" y="1012911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2400280" y="5455936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2511030" y="5486386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2616957" y="5530379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2736139" y="736535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666459" y="1181935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773756" y="5263994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886098" y="5355377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1017558" y="5563117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1818180" y="5422173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1937261" y="5487335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2052115" y="1037107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2169208" y="5201191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1812148" y="5491031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1931973" y="5361576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2041112" y="4245551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2162802" y="2220011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1816924" y="5544865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1937639" y="5559432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2045227" y="872134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2164337" y="5411254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1236560" y="5495009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1359734" y="976776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1461942" y="5555474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1591526" y="5345802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2392327" y="5568408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2512793" y="5420325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2615934" y="5213063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2739344" y="1277670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2395354" y="5554165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2505823" y="5296336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2617934" y="5490819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2735700" y="961846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667816" y="921967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787247" y="5450456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892065" y="5566825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1003856" y="5469866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2402197" y="5498039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2504583" y="5295163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2633480" y="5378427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2734610" y="1088112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2398161" y="5509080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2504340" y="5342133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2629357" y="4463005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2741613" y="2144266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1812166" y="5528664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1928970" y="5455018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2056745" y="1700417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2172390" y="4752051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1239139" y="5481041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1351288" y="932711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1461668" y="5415525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1585607" y="5399396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2399841" y="5417438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2502421" y="5509873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2626713" y="5466811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2749055" y="862677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2391891" y="5445297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2509732" y="5458806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2629090" y="5540127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2741488" y="918043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1234187" y="5453742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1346379" y="1353700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1472363" y="5393611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1584122" y="5251187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2398507" y="5598261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2510140" y="5376684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2618201" y="5024490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2731627" y="1328531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2397148" y="5431064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2514083" y="5536826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2632866" y="5505766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2733396" y="831409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2386044" y="5510927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2507523" y="5346063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2617297" y="5315636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2737395" y="1218477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1244329" y="5429191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1349218" y="1613520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1477631" y="5505473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1590343" y="4865914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1808605" y="5444067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1925662" y="5478178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2048857" y="1282591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2170203" y="5102306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2386279" y="5520093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2509371" y="5073085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2627419" y="5432653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2738630" y="1292215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2387319" y="5593307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2506341" y="5507838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2632327" y="5578981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2733967" y="844871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1239025" y="5437352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1361915" y="1043872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1477474" y="5444956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1594020" y="5402849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1248645" y="5516167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1346341" y="1025912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1471171" y="5466493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1590421" y="5316053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1247410" y="5475500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1348035" y="899857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1466062" y="5569920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1593939" y="5522615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1825037" y="5452289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1935875" y="5539338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2052360" y="804999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2166350" y="5433505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1809241" y="5023417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1929213" y="4892288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2043157" y="2068756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2155256" y="5172331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2398448" y="5573653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2511585" y="5402917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2618960" y="5359409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2735104" y="884258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2395925" y="5606387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2503222" y="5428796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2619754" y="5459976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2744222" y="828999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2390309" y="5558926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2514813" y="5444494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2632488" y="5386408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2734078" y="1048022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1816376" y="5581352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1941835" y="5369463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2056613" y="3857716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2164230" y="2545353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1240816" y="5579994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1360247" y="868487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1462680" y="5453176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1578775" y="5453806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1241607" y="5521550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1352108" y="947250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1464547" y="5484683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1591613" y="5389261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1240652" y="5336789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1357343" y="1056256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1462961" y="5548762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1580848" y="5528412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1244865" y="5562616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1363417" y="804769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1474301" y="5579715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1579219" y="5506608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1230283" y="5419239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1350617" y="1107137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1473372" y="5515812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1579163" y="5379673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2387604" y="5441932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2503301" y="5540482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2627876" y="5587966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2734440" y="825067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1239580" y="5425012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1362228" y="1457628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1479078" y="5447397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1595431" y="5009373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666495" y="2329191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773338" y="4589232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892749" y="5105622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1010080" y="5298025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1243046" y="5517736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1357373" y="1332894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1470087" y="5377370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1587094" y="5130880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1248312" y="5412628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1362002" y="980401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1462364" y="5503837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1586238" y="5465091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1240219" y="5492119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1346218" y="891251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1464525" y="5524103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1591141" y="5404776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2400938" y="5593362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2504493" y="5308215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2618692" y="2936311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2735606" y="3471663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1821525" y="5408076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1923360" y="5405865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2042427" y="1090737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2164785" y="5439906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2402227" y="5510620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2506327" y="5385240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2616785" y="5398450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2742140" y="1065580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2398229" y="5607373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2514426" y="5394013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2622724" y="5568395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2743128" y="829355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2402973" y="5243587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2508753" y="5508428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2624357" y="5451960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2744369" y="1175562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2398477" y="5555980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2505426" y="5508086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2628335" y="5430630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2732122" y="919871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1237835" y="5554698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1348003" y="891525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1463161" y="5474317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1584318" y="5469500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2388396" y="5591150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5"/>
            <p:cNvSpPr/>
            <p:nvPr/>
          </p:nvSpPr>
          <p:spPr>
            <a:xfrm>
              <a:off x="2505128" y="5288138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2626974" y="5309535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2733936" y="1111989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1234927" y="5433675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1357593" y="869035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1461682" y="5464365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1577412" y="5496257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1244720" y="5437298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1359088" y="939650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1466756" y="5473069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1581882" y="5491673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655388" y="878011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770250" y="5486037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895879" y="5594571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999757" y="5481991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2403376" y="5467053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2518799" y="5152485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2618981" y="5313028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2741372" y="1344549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1819545" y="5593173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1928906" y="5248671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2044904" y="4368998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2169391" y="2200766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2397834" y="5484795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2516974" y="5511588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2620703" y="5337794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2731861" y="1089330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2387658" y="5465199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2508790" y="5557261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2632792" y="5558216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2741503" y="882261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671258" y="880392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770770" y="5540138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885504" y="5484207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1013283" y="5482424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2387194" y="5485468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2501269" y="5576071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2631136" y="5477905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2732222" y="814848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2387969" y="5546652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2510317" y="5455703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2627033" y="5352477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2742149" y="894118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2393872" y="5600003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2509945" y="5578934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2624649" y="5497631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2741494" y="751830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1246585" y="5476200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1359317" y="966721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1473789" y="5400256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1592745" y="5492399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2403663" y="5556003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2504518" y="5466968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2616566" y="5440504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2746920" y="813162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2402247" y="5508560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2511257" y="5266993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2624259" y="5148726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2733999" y="1415207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664017" y="985370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772450" y="5453516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889876" y="5479292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1005885" y="5577040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1815931" y="5515429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1928140" y="5515540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2049776" y="1468844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2157405" y="4973159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1808084" y="5571041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1929212" y="5494674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2041054" y="966305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2157250" y="5498288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1807705" y="5455136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1938263" y="5438087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2045535" y="860671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2157706" y="5476497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1242018" y="5472652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1347252" y="893032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1472850" y="5430578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1588096" y="5368665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2399768" y="5422204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2501073" y="5535514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2632273" y="5569605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2745921" y="780926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1234521" y="5455686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1353574" y="944971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1461795" y="5454609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1586053" y="5492047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2401826" y="5600080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2509209" y="5423591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2633462" y="5459013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2741619" y="861697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668832" y="1112344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778368" y="5417275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883840" y="5436259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1009800" y="5544411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1238308" y="5456534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1362952" y="898979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1477270" y="5551106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1593255" y="5476162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1249018" y="5496209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1361620" y="1448751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1465624" y="4897679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1588288" y="5501243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1235723" y="5405915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1360541" y="1055699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1472590" y="5512743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1"/>
            <p:cNvSpPr/>
            <p:nvPr/>
          </p:nvSpPr>
          <p:spPr>
            <a:xfrm>
              <a:off x="1589026" y="5358247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2"/>
            <p:cNvSpPr/>
            <p:nvPr/>
          </p:nvSpPr>
          <p:spPr>
            <a:xfrm>
              <a:off x="1246127" y="5478301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1349783" y="1174138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1478282" y="5436896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1587875" y="5347039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1235033" y="5500000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1364052" y="803053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1472936" y="5472962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1584125" y="5421286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2401418" y="5457130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2515279" y="5425730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2632049" y="5454390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2733213" y="969022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2390861" y="5538271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2516898" y="5401399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2616198" y="5413338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2738479" y="1135209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1822080" y="5398491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1925168" y="5497009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10"/>
            <p:cNvSpPr/>
            <p:nvPr/>
          </p:nvSpPr>
          <p:spPr>
            <a:xfrm>
              <a:off x="2056247" y="1245954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2160305" y="5245221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1238323" y="5552474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1364760" y="991357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1471211" y="5537868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5"/>
            <p:cNvSpPr/>
            <p:nvPr/>
          </p:nvSpPr>
          <p:spPr>
            <a:xfrm>
              <a:off x="1576879" y="5443157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t616"/>
            <p:cNvSpPr/>
            <p:nvPr/>
          </p:nvSpPr>
          <p:spPr>
            <a:xfrm>
              <a:off x="668178" y="915901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t617"/>
            <p:cNvSpPr/>
            <p:nvPr/>
          </p:nvSpPr>
          <p:spPr>
            <a:xfrm>
              <a:off x="769323" y="5304128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t618"/>
            <p:cNvSpPr/>
            <p:nvPr/>
          </p:nvSpPr>
          <p:spPr>
            <a:xfrm>
              <a:off x="888067" y="5488961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t619"/>
            <p:cNvSpPr/>
            <p:nvPr/>
          </p:nvSpPr>
          <p:spPr>
            <a:xfrm>
              <a:off x="1016748" y="5430712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t620"/>
            <p:cNvSpPr/>
            <p:nvPr/>
          </p:nvSpPr>
          <p:spPr>
            <a:xfrm>
              <a:off x="2397998" y="5528100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t621"/>
            <p:cNvSpPr/>
            <p:nvPr/>
          </p:nvSpPr>
          <p:spPr>
            <a:xfrm>
              <a:off x="2504759" y="5075022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t622"/>
            <p:cNvSpPr/>
            <p:nvPr/>
          </p:nvSpPr>
          <p:spPr>
            <a:xfrm>
              <a:off x="2615980" y="5182446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t623"/>
            <p:cNvSpPr/>
            <p:nvPr/>
          </p:nvSpPr>
          <p:spPr>
            <a:xfrm>
              <a:off x="2746531" y="1474083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t624"/>
            <p:cNvSpPr/>
            <p:nvPr/>
          </p:nvSpPr>
          <p:spPr>
            <a:xfrm>
              <a:off x="1242726" y="5570481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t625"/>
            <p:cNvSpPr/>
            <p:nvPr/>
          </p:nvSpPr>
          <p:spPr>
            <a:xfrm>
              <a:off x="1350380" y="938409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t626"/>
            <p:cNvSpPr/>
            <p:nvPr/>
          </p:nvSpPr>
          <p:spPr>
            <a:xfrm>
              <a:off x="1461043" y="5536102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t627"/>
            <p:cNvSpPr/>
            <p:nvPr/>
          </p:nvSpPr>
          <p:spPr>
            <a:xfrm>
              <a:off x="1594268" y="5346871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t628"/>
            <p:cNvSpPr/>
            <p:nvPr/>
          </p:nvSpPr>
          <p:spPr>
            <a:xfrm>
              <a:off x="1239018" y="5570194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t629"/>
            <p:cNvSpPr/>
            <p:nvPr/>
          </p:nvSpPr>
          <p:spPr>
            <a:xfrm>
              <a:off x="1348741" y="1266802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t630"/>
            <p:cNvSpPr/>
            <p:nvPr/>
          </p:nvSpPr>
          <p:spPr>
            <a:xfrm>
              <a:off x="1479826" y="5542949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t631"/>
            <p:cNvSpPr/>
            <p:nvPr/>
          </p:nvSpPr>
          <p:spPr>
            <a:xfrm>
              <a:off x="1579715" y="5211930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t632"/>
            <p:cNvSpPr/>
            <p:nvPr/>
          </p:nvSpPr>
          <p:spPr>
            <a:xfrm>
              <a:off x="2395991" y="5611947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t633"/>
            <p:cNvSpPr/>
            <p:nvPr/>
          </p:nvSpPr>
          <p:spPr>
            <a:xfrm>
              <a:off x="2508846" y="5430309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t634"/>
            <p:cNvSpPr/>
            <p:nvPr/>
          </p:nvSpPr>
          <p:spPr>
            <a:xfrm>
              <a:off x="2618972" y="5477680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t635"/>
            <p:cNvSpPr/>
            <p:nvPr/>
          </p:nvSpPr>
          <p:spPr>
            <a:xfrm>
              <a:off x="2734124" y="945529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t636"/>
            <p:cNvSpPr/>
            <p:nvPr/>
          </p:nvSpPr>
          <p:spPr>
            <a:xfrm>
              <a:off x="2396857" y="5591373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t637"/>
            <p:cNvSpPr/>
            <p:nvPr/>
          </p:nvSpPr>
          <p:spPr>
            <a:xfrm>
              <a:off x="2510274" y="5477572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t638"/>
            <p:cNvSpPr/>
            <p:nvPr/>
          </p:nvSpPr>
          <p:spPr>
            <a:xfrm>
              <a:off x="2617574" y="5427551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2738035" y="867606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662946" y="1094763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770203" y="5442211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896069" y="5335849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1015313" y="5460167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2399426" y="5537162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2506011" y="5222900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2631163" y="5206382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t647"/>
            <p:cNvSpPr/>
            <p:nvPr/>
          </p:nvSpPr>
          <p:spPr>
            <a:xfrm>
              <a:off x="2745314" y="1382803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t648"/>
            <p:cNvSpPr/>
            <p:nvPr/>
          </p:nvSpPr>
          <p:spPr>
            <a:xfrm>
              <a:off x="1239790" y="4638208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t649"/>
            <p:cNvSpPr/>
            <p:nvPr/>
          </p:nvSpPr>
          <p:spPr>
            <a:xfrm>
              <a:off x="1364058" y="2547341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t650"/>
            <p:cNvSpPr/>
            <p:nvPr/>
          </p:nvSpPr>
          <p:spPr>
            <a:xfrm>
              <a:off x="1473170" y="5079710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t651"/>
            <p:cNvSpPr/>
            <p:nvPr/>
          </p:nvSpPr>
          <p:spPr>
            <a:xfrm>
              <a:off x="1587803" y="4961955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t652"/>
            <p:cNvSpPr/>
            <p:nvPr/>
          </p:nvSpPr>
          <p:spPr>
            <a:xfrm>
              <a:off x="1237640" y="5528767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t653"/>
            <p:cNvSpPr/>
            <p:nvPr/>
          </p:nvSpPr>
          <p:spPr>
            <a:xfrm>
              <a:off x="1345600" y="875721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t654"/>
            <p:cNvSpPr/>
            <p:nvPr/>
          </p:nvSpPr>
          <p:spPr>
            <a:xfrm>
              <a:off x="1462563" y="5412453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t655"/>
            <p:cNvSpPr/>
            <p:nvPr/>
          </p:nvSpPr>
          <p:spPr>
            <a:xfrm>
              <a:off x="1584010" y="5434880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t656"/>
            <p:cNvSpPr/>
            <p:nvPr/>
          </p:nvSpPr>
          <p:spPr>
            <a:xfrm>
              <a:off x="2397776" y="5549736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7"/>
            <p:cNvSpPr/>
            <p:nvPr/>
          </p:nvSpPr>
          <p:spPr>
            <a:xfrm>
              <a:off x="2512529" y="5439937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8"/>
            <p:cNvSpPr/>
            <p:nvPr/>
          </p:nvSpPr>
          <p:spPr>
            <a:xfrm>
              <a:off x="2621678" y="4645931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t659"/>
            <p:cNvSpPr/>
            <p:nvPr/>
          </p:nvSpPr>
          <p:spPr>
            <a:xfrm>
              <a:off x="2733184" y="1609264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60"/>
            <p:cNvSpPr/>
            <p:nvPr/>
          </p:nvSpPr>
          <p:spPr>
            <a:xfrm>
              <a:off x="671747" y="1096265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1"/>
            <p:cNvSpPr/>
            <p:nvPr/>
          </p:nvSpPr>
          <p:spPr>
            <a:xfrm>
              <a:off x="778127" y="5390597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t662"/>
            <p:cNvSpPr/>
            <p:nvPr/>
          </p:nvSpPr>
          <p:spPr>
            <a:xfrm>
              <a:off x="887960" y="5438269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t663"/>
            <p:cNvSpPr/>
            <p:nvPr/>
          </p:nvSpPr>
          <p:spPr>
            <a:xfrm>
              <a:off x="1016452" y="5535484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t664"/>
            <p:cNvSpPr/>
            <p:nvPr/>
          </p:nvSpPr>
          <p:spPr>
            <a:xfrm>
              <a:off x="2401291" y="5433763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t665"/>
            <p:cNvSpPr/>
            <p:nvPr/>
          </p:nvSpPr>
          <p:spPr>
            <a:xfrm>
              <a:off x="2505772" y="5315054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t666"/>
            <p:cNvSpPr/>
            <p:nvPr/>
          </p:nvSpPr>
          <p:spPr>
            <a:xfrm>
              <a:off x="2617061" y="4290881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t667"/>
            <p:cNvSpPr/>
            <p:nvPr/>
          </p:nvSpPr>
          <p:spPr>
            <a:xfrm>
              <a:off x="2743825" y="2193182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t668"/>
            <p:cNvSpPr/>
            <p:nvPr/>
          </p:nvSpPr>
          <p:spPr>
            <a:xfrm>
              <a:off x="654055" y="1276350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t669"/>
            <p:cNvSpPr/>
            <p:nvPr/>
          </p:nvSpPr>
          <p:spPr>
            <a:xfrm>
              <a:off x="787062" y="5199365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t670"/>
            <p:cNvSpPr/>
            <p:nvPr/>
          </p:nvSpPr>
          <p:spPr>
            <a:xfrm>
              <a:off x="892849" y="5309285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t671"/>
            <p:cNvSpPr/>
            <p:nvPr/>
          </p:nvSpPr>
          <p:spPr>
            <a:xfrm>
              <a:off x="1017690" y="5417782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t672"/>
            <p:cNvSpPr/>
            <p:nvPr/>
          </p:nvSpPr>
          <p:spPr>
            <a:xfrm>
              <a:off x="1237065" y="5519432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t673"/>
            <p:cNvSpPr/>
            <p:nvPr/>
          </p:nvSpPr>
          <p:spPr>
            <a:xfrm>
              <a:off x="1357665" y="933089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t674"/>
            <p:cNvSpPr/>
            <p:nvPr/>
          </p:nvSpPr>
          <p:spPr>
            <a:xfrm>
              <a:off x="1473086" y="5582157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t675"/>
            <p:cNvSpPr/>
            <p:nvPr/>
          </p:nvSpPr>
          <p:spPr>
            <a:xfrm>
              <a:off x="1594133" y="5446271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t676"/>
            <p:cNvSpPr/>
            <p:nvPr/>
          </p:nvSpPr>
          <p:spPr>
            <a:xfrm>
              <a:off x="1237337" y="5508057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t677"/>
            <p:cNvSpPr/>
            <p:nvPr/>
          </p:nvSpPr>
          <p:spPr>
            <a:xfrm>
              <a:off x="1349944" y="893619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8"/>
            <p:cNvSpPr/>
            <p:nvPr/>
          </p:nvSpPr>
          <p:spPr>
            <a:xfrm>
              <a:off x="1470035" y="5485807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9"/>
            <p:cNvSpPr/>
            <p:nvPr/>
          </p:nvSpPr>
          <p:spPr>
            <a:xfrm>
              <a:off x="1594458" y="5477931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t680"/>
            <p:cNvSpPr/>
            <p:nvPr/>
          </p:nvSpPr>
          <p:spPr>
            <a:xfrm>
              <a:off x="2386298" y="5281792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1"/>
            <p:cNvSpPr/>
            <p:nvPr/>
          </p:nvSpPr>
          <p:spPr>
            <a:xfrm>
              <a:off x="2504791" y="5419244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2"/>
            <p:cNvSpPr/>
            <p:nvPr/>
          </p:nvSpPr>
          <p:spPr>
            <a:xfrm>
              <a:off x="2632493" y="5374384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2743725" y="1256983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1814165" y="5385644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1939046" y="5450791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2054372" y="1103393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2167370" y="5301259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1248626" y="5454857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1356782" y="996084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1468762" y="5566801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t691"/>
            <p:cNvSpPr/>
            <p:nvPr/>
          </p:nvSpPr>
          <p:spPr>
            <a:xfrm>
              <a:off x="1592280" y="5484394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t692"/>
            <p:cNvSpPr/>
            <p:nvPr/>
          </p:nvSpPr>
          <p:spPr>
            <a:xfrm>
              <a:off x="2394553" y="5431446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t693"/>
            <p:cNvSpPr/>
            <p:nvPr/>
          </p:nvSpPr>
          <p:spPr>
            <a:xfrm>
              <a:off x="2500574" y="5552909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t694"/>
            <p:cNvSpPr/>
            <p:nvPr/>
          </p:nvSpPr>
          <p:spPr>
            <a:xfrm>
              <a:off x="2634649" y="5410011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t695"/>
            <p:cNvSpPr/>
            <p:nvPr/>
          </p:nvSpPr>
          <p:spPr>
            <a:xfrm>
              <a:off x="2739002" y="882858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t696"/>
            <p:cNvSpPr/>
            <p:nvPr/>
          </p:nvSpPr>
          <p:spPr>
            <a:xfrm>
              <a:off x="1233260" y="5429881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t697"/>
            <p:cNvSpPr/>
            <p:nvPr/>
          </p:nvSpPr>
          <p:spPr>
            <a:xfrm>
              <a:off x="1361820" y="1238485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t698"/>
            <p:cNvSpPr/>
            <p:nvPr/>
          </p:nvSpPr>
          <p:spPr>
            <a:xfrm>
              <a:off x="1479010" y="5470375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t699"/>
            <p:cNvSpPr/>
            <p:nvPr/>
          </p:nvSpPr>
          <p:spPr>
            <a:xfrm>
              <a:off x="1579625" y="5297988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t700"/>
            <p:cNvSpPr/>
            <p:nvPr/>
          </p:nvSpPr>
          <p:spPr>
            <a:xfrm>
              <a:off x="1819785" y="5569270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t701"/>
            <p:cNvSpPr/>
            <p:nvPr/>
          </p:nvSpPr>
          <p:spPr>
            <a:xfrm>
              <a:off x="1931927" y="5507864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t702"/>
            <p:cNvSpPr/>
            <p:nvPr/>
          </p:nvSpPr>
          <p:spPr>
            <a:xfrm>
              <a:off x="2046122" y="1038967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t703"/>
            <p:cNvSpPr/>
            <p:nvPr/>
          </p:nvSpPr>
          <p:spPr>
            <a:xfrm>
              <a:off x="2158890" y="5354371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t704"/>
            <p:cNvSpPr/>
            <p:nvPr/>
          </p:nvSpPr>
          <p:spPr>
            <a:xfrm>
              <a:off x="1238854" y="5446109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t705"/>
            <p:cNvSpPr/>
            <p:nvPr/>
          </p:nvSpPr>
          <p:spPr>
            <a:xfrm>
              <a:off x="1358501" y="902821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t706"/>
            <p:cNvSpPr/>
            <p:nvPr/>
          </p:nvSpPr>
          <p:spPr>
            <a:xfrm>
              <a:off x="1476427" y="5562632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t707"/>
            <p:cNvSpPr/>
            <p:nvPr/>
          </p:nvSpPr>
          <p:spPr>
            <a:xfrm>
              <a:off x="1582379" y="5456446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t708"/>
            <p:cNvSpPr/>
            <p:nvPr/>
          </p:nvSpPr>
          <p:spPr>
            <a:xfrm>
              <a:off x="1824552" y="5456878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t709"/>
            <p:cNvSpPr/>
            <p:nvPr/>
          </p:nvSpPr>
          <p:spPr>
            <a:xfrm>
              <a:off x="1938344" y="5393006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10"/>
            <p:cNvSpPr/>
            <p:nvPr/>
          </p:nvSpPr>
          <p:spPr>
            <a:xfrm>
              <a:off x="2051731" y="1400493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1"/>
            <p:cNvSpPr/>
            <p:nvPr/>
          </p:nvSpPr>
          <p:spPr>
            <a:xfrm>
              <a:off x="2157931" y="5000484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2"/>
            <p:cNvSpPr/>
            <p:nvPr/>
          </p:nvSpPr>
          <p:spPr>
            <a:xfrm>
              <a:off x="662978" y="974224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3"/>
            <p:cNvSpPr/>
            <p:nvPr/>
          </p:nvSpPr>
          <p:spPr>
            <a:xfrm>
              <a:off x="770467" y="5294683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4"/>
            <p:cNvSpPr/>
            <p:nvPr/>
          </p:nvSpPr>
          <p:spPr>
            <a:xfrm>
              <a:off x="891622" y="5399535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5"/>
            <p:cNvSpPr/>
            <p:nvPr/>
          </p:nvSpPr>
          <p:spPr>
            <a:xfrm>
              <a:off x="1010186" y="5519777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6"/>
            <p:cNvSpPr/>
            <p:nvPr/>
          </p:nvSpPr>
          <p:spPr>
            <a:xfrm>
              <a:off x="2396978" y="5509714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7"/>
            <p:cNvSpPr/>
            <p:nvPr/>
          </p:nvSpPr>
          <p:spPr>
            <a:xfrm>
              <a:off x="2512735" y="5341735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8"/>
            <p:cNvSpPr/>
            <p:nvPr/>
          </p:nvSpPr>
          <p:spPr>
            <a:xfrm>
              <a:off x="2631342" y="5437488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9"/>
            <p:cNvSpPr/>
            <p:nvPr/>
          </p:nvSpPr>
          <p:spPr>
            <a:xfrm>
              <a:off x="2741459" y="1112312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20"/>
            <p:cNvSpPr/>
            <p:nvPr/>
          </p:nvSpPr>
          <p:spPr>
            <a:xfrm>
              <a:off x="2397057" y="5546728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1"/>
            <p:cNvSpPr/>
            <p:nvPr/>
          </p:nvSpPr>
          <p:spPr>
            <a:xfrm>
              <a:off x="2509887" y="5051248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2"/>
            <p:cNvSpPr/>
            <p:nvPr/>
          </p:nvSpPr>
          <p:spPr>
            <a:xfrm>
              <a:off x="2617585" y="5314875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3"/>
            <p:cNvSpPr/>
            <p:nvPr/>
          </p:nvSpPr>
          <p:spPr>
            <a:xfrm>
              <a:off x="2747412" y="1359598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4"/>
            <p:cNvSpPr/>
            <p:nvPr/>
          </p:nvSpPr>
          <p:spPr>
            <a:xfrm>
              <a:off x="2385752" y="5570552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5"/>
            <p:cNvSpPr/>
            <p:nvPr/>
          </p:nvSpPr>
          <p:spPr>
            <a:xfrm>
              <a:off x="2516320" y="5316682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6"/>
            <p:cNvSpPr/>
            <p:nvPr/>
          </p:nvSpPr>
          <p:spPr>
            <a:xfrm>
              <a:off x="2630789" y="4836593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7"/>
            <p:cNvSpPr/>
            <p:nvPr/>
          </p:nvSpPr>
          <p:spPr>
            <a:xfrm>
              <a:off x="2749570" y="1626247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8"/>
            <p:cNvSpPr/>
            <p:nvPr/>
          </p:nvSpPr>
          <p:spPr>
            <a:xfrm>
              <a:off x="1811175" y="5544840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9"/>
            <p:cNvSpPr/>
            <p:nvPr/>
          </p:nvSpPr>
          <p:spPr>
            <a:xfrm>
              <a:off x="1934415" y="5329739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30"/>
            <p:cNvSpPr/>
            <p:nvPr/>
          </p:nvSpPr>
          <p:spPr>
            <a:xfrm>
              <a:off x="2048027" y="2811287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1"/>
            <p:cNvSpPr/>
            <p:nvPr/>
          </p:nvSpPr>
          <p:spPr>
            <a:xfrm>
              <a:off x="2167655" y="3737206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2"/>
            <p:cNvSpPr/>
            <p:nvPr/>
          </p:nvSpPr>
          <p:spPr>
            <a:xfrm>
              <a:off x="1826132" y="5451139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3"/>
            <p:cNvSpPr/>
            <p:nvPr/>
          </p:nvSpPr>
          <p:spPr>
            <a:xfrm>
              <a:off x="1926027" y="5544628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4"/>
            <p:cNvSpPr/>
            <p:nvPr/>
          </p:nvSpPr>
          <p:spPr>
            <a:xfrm>
              <a:off x="2047752" y="777042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5"/>
            <p:cNvSpPr/>
            <p:nvPr/>
          </p:nvSpPr>
          <p:spPr>
            <a:xfrm>
              <a:off x="2154327" y="5436917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6"/>
            <p:cNvSpPr/>
            <p:nvPr/>
          </p:nvSpPr>
          <p:spPr>
            <a:xfrm>
              <a:off x="1239758" y="5450761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7"/>
            <p:cNvSpPr/>
            <p:nvPr/>
          </p:nvSpPr>
          <p:spPr>
            <a:xfrm>
              <a:off x="1356740" y="1024493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8"/>
            <p:cNvSpPr/>
            <p:nvPr/>
          </p:nvSpPr>
          <p:spPr>
            <a:xfrm>
              <a:off x="1473205" y="5442059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9"/>
            <p:cNvSpPr/>
            <p:nvPr/>
          </p:nvSpPr>
          <p:spPr>
            <a:xfrm>
              <a:off x="1588480" y="5459921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40"/>
            <p:cNvSpPr/>
            <p:nvPr/>
          </p:nvSpPr>
          <p:spPr>
            <a:xfrm>
              <a:off x="1236852" y="5435834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1"/>
            <p:cNvSpPr/>
            <p:nvPr/>
          </p:nvSpPr>
          <p:spPr>
            <a:xfrm>
              <a:off x="1346494" y="914721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2"/>
            <p:cNvSpPr/>
            <p:nvPr/>
          </p:nvSpPr>
          <p:spPr>
            <a:xfrm>
              <a:off x="1479213" y="5474092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3"/>
            <p:cNvSpPr/>
            <p:nvPr/>
          </p:nvSpPr>
          <p:spPr>
            <a:xfrm>
              <a:off x="1581227" y="5548293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4"/>
            <p:cNvSpPr/>
            <p:nvPr/>
          </p:nvSpPr>
          <p:spPr>
            <a:xfrm>
              <a:off x="2403367" y="5537484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5"/>
            <p:cNvSpPr/>
            <p:nvPr/>
          </p:nvSpPr>
          <p:spPr>
            <a:xfrm>
              <a:off x="2509274" y="5450182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6"/>
            <p:cNvSpPr/>
            <p:nvPr/>
          </p:nvSpPr>
          <p:spPr>
            <a:xfrm>
              <a:off x="2633441" y="5445640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7"/>
            <p:cNvSpPr/>
            <p:nvPr/>
          </p:nvSpPr>
          <p:spPr>
            <a:xfrm>
              <a:off x="2747109" y="839957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8"/>
            <p:cNvSpPr/>
            <p:nvPr/>
          </p:nvSpPr>
          <p:spPr>
            <a:xfrm>
              <a:off x="670782" y="713515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9"/>
            <p:cNvSpPr/>
            <p:nvPr/>
          </p:nvSpPr>
          <p:spPr>
            <a:xfrm>
              <a:off x="781956" y="5461756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50"/>
            <p:cNvSpPr/>
            <p:nvPr/>
          </p:nvSpPr>
          <p:spPr>
            <a:xfrm>
              <a:off x="886420" y="5433300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1"/>
            <p:cNvSpPr/>
            <p:nvPr/>
          </p:nvSpPr>
          <p:spPr>
            <a:xfrm>
              <a:off x="1009385" y="5509807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2"/>
            <p:cNvSpPr/>
            <p:nvPr/>
          </p:nvSpPr>
          <p:spPr>
            <a:xfrm>
              <a:off x="2402580" y="5519159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3"/>
            <p:cNvSpPr/>
            <p:nvPr/>
          </p:nvSpPr>
          <p:spPr>
            <a:xfrm>
              <a:off x="2506081" y="5420605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4"/>
            <p:cNvSpPr/>
            <p:nvPr/>
          </p:nvSpPr>
          <p:spPr>
            <a:xfrm>
              <a:off x="2631634" y="5466124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5"/>
            <p:cNvSpPr/>
            <p:nvPr/>
          </p:nvSpPr>
          <p:spPr>
            <a:xfrm>
              <a:off x="2741729" y="817339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6"/>
            <p:cNvSpPr/>
            <p:nvPr/>
          </p:nvSpPr>
          <p:spPr>
            <a:xfrm>
              <a:off x="2390791" y="5456796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t757"/>
            <p:cNvSpPr/>
            <p:nvPr/>
          </p:nvSpPr>
          <p:spPr>
            <a:xfrm>
              <a:off x="2511686" y="5333325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t758"/>
            <p:cNvSpPr/>
            <p:nvPr/>
          </p:nvSpPr>
          <p:spPr>
            <a:xfrm>
              <a:off x="2620445" y="5401937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t759"/>
            <p:cNvSpPr/>
            <p:nvPr/>
          </p:nvSpPr>
          <p:spPr>
            <a:xfrm>
              <a:off x="2747094" y="1099853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t760"/>
            <p:cNvSpPr/>
            <p:nvPr/>
          </p:nvSpPr>
          <p:spPr>
            <a:xfrm>
              <a:off x="1249360" y="5580313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t761"/>
            <p:cNvSpPr/>
            <p:nvPr/>
          </p:nvSpPr>
          <p:spPr>
            <a:xfrm>
              <a:off x="1352096" y="915650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t762"/>
            <p:cNvSpPr/>
            <p:nvPr/>
          </p:nvSpPr>
          <p:spPr>
            <a:xfrm>
              <a:off x="1462521" y="5541012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t763"/>
            <p:cNvSpPr/>
            <p:nvPr/>
          </p:nvSpPr>
          <p:spPr>
            <a:xfrm>
              <a:off x="1581844" y="5504133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t764"/>
            <p:cNvSpPr/>
            <p:nvPr/>
          </p:nvSpPr>
          <p:spPr>
            <a:xfrm>
              <a:off x="657068" y="955944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t765"/>
            <p:cNvSpPr/>
            <p:nvPr/>
          </p:nvSpPr>
          <p:spPr>
            <a:xfrm>
              <a:off x="772390" y="5500854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t766"/>
            <p:cNvSpPr/>
            <p:nvPr/>
          </p:nvSpPr>
          <p:spPr>
            <a:xfrm>
              <a:off x="884775" y="5564905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t767"/>
            <p:cNvSpPr/>
            <p:nvPr/>
          </p:nvSpPr>
          <p:spPr>
            <a:xfrm>
              <a:off x="1002401" y="5566909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t768"/>
            <p:cNvSpPr/>
            <p:nvPr/>
          </p:nvSpPr>
          <p:spPr>
            <a:xfrm>
              <a:off x="2394570" y="5559932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t769"/>
            <p:cNvSpPr/>
            <p:nvPr/>
          </p:nvSpPr>
          <p:spPr>
            <a:xfrm>
              <a:off x="2508346" y="5401725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t770"/>
            <p:cNvSpPr/>
            <p:nvPr/>
          </p:nvSpPr>
          <p:spPr>
            <a:xfrm>
              <a:off x="2616327" y="5422117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t771"/>
            <p:cNvSpPr/>
            <p:nvPr/>
          </p:nvSpPr>
          <p:spPr>
            <a:xfrm>
              <a:off x="2734351" y="928467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t772"/>
            <p:cNvSpPr/>
            <p:nvPr/>
          </p:nvSpPr>
          <p:spPr>
            <a:xfrm>
              <a:off x="1808330" y="5469129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t773"/>
            <p:cNvSpPr/>
            <p:nvPr/>
          </p:nvSpPr>
          <p:spPr>
            <a:xfrm>
              <a:off x="1924796" y="5497582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t774"/>
            <p:cNvSpPr/>
            <p:nvPr/>
          </p:nvSpPr>
          <p:spPr>
            <a:xfrm>
              <a:off x="2054845" y="1194016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t775"/>
            <p:cNvSpPr/>
            <p:nvPr/>
          </p:nvSpPr>
          <p:spPr>
            <a:xfrm>
              <a:off x="2157254" y="5215099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t776"/>
            <p:cNvSpPr/>
            <p:nvPr/>
          </p:nvSpPr>
          <p:spPr>
            <a:xfrm>
              <a:off x="664657" y="1346156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t777"/>
            <p:cNvSpPr/>
            <p:nvPr/>
          </p:nvSpPr>
          <p:spPr>
            <a:xfrm>
              <a:off x="780614" y="5080593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t778"/>
            <p:cNvSpPr/>
            <p:nvPr/>
          </p:nvSpPr>
          <p:spPr>
            <a:xfrm>
              <a:off x="888693" y="5390663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t779"/>
            <p:cNvSpPr/>
            <p:nvPr/>
          </p:nvSpPr>
          <p:spPr>
            <a:xfrm>
              <a:off x="1017798" y="5481307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t780"/>
            <p:cNvSpPr/>
            <p:nvPr/>
          </p:nvSpPr>
          <p:spPr>
            <a:xfrm>
              <a:off x="2403577" y="5594281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t781"/>
            <p:cNvSpPr/>
            <p:nvPr/>
          </p:nvSpPr>
          <p:spPr>
            <a:xfrm>
              <a:off x="2518137" y="5496624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t782"/>
            <p:cNvSpPr/>
            <p:nvPr/>
          </p:nvSpPr>
          <p:spPr>
            <a:xfrm>
              <a:off x="2625403" y="5394439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t783"/>
            <p:cNvSpPr/>
            <p:nvPr/>
          </p:nvSpPr>
          <p:spPr>
            <a:xfrm>
              <a:off x="2734616" y="932583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t784"/>
            <p:cNvSpPr/>
            <p:nvPr/>
          </p:nvSpPr>
          <p:spPr>
            <a:xfrm>
              <a:off x="2389496" y="5386608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t785"/>
            <p:cNvSpPr/>
            <p:nvPr/>
          </p:nvSpPr>
          <p:spPr>
            <a:xfrm>
              <a:off x="2510745" y="5376538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t786"/>
            <p:cNvSpPr/>
            <p:nvPr/>
          </p:nvSpPr>
          <p:spPr>
            <a:xfrm>
              <a:off x="2618273" y="5102580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t787"/>
            <p:cNvSpPr/>
            <p:nvPr/>
          </p:nvSpPr>
          <p:spPr>
            <a:xfrm>
              <a:off x="2745297" y="1244186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t788"/>
            <p:cNvSpPr/>
            <p:nvPr/>
          </p:nvSpPr>
          <p:spPr>
            <a:xfrm>
              <a:off x="658782" y="898545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t789"/>
            <p:cNvSpPr/>
            <p:nvPr/>
          </p:nvSpPr>
          <p:spPr>
            <a:xfrm>
              <a:off x="785439" y="5356747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t790"/>
            <p:cNvSpPr/>
            <p:nvPr/>
          </p:nvSpPr>
          <p:spPr>
            <a:xfrm>
              <a:off x="891029" y="5538805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t791"/>
            <p:cNvSpPr/>
            <p:nvPr/>
          </p:nvSpPr>
          <p:spPr>
            <a:xfrm>
              <a:off x="1013411" y="5436474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t792"/>
            <p:cNvSpPr/>
            <p:nvPr/>
          </p:nvSpPr>
          <p:spPr>
            <a:xfrm>
              <a:off x="1813700" y="5519097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t793"/>
            <p:cNvSpPr/>
            <p:nvPr/>
          </p:nvSpPr>
          <p:spPr>
            <a:xfrm>
              <a:off x="1938052" y="5459374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t794"/>
            <p:cNvSpPr/>
            <p:nvPr/>
          </p:nvSpPr>
          <p:spPr>
            <a:xfrm>
              <a:off x="2053045" y="898660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t795"/>
            <p:cNvSpPr/>
            <p:nvPr/>
          </p:nvSpPr>
          <p:spPr>
            <a:xfrm>
              <a:off x="2172898" y="5404374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t796"/>
            <p:cNvSpPr/>
            <p:nvPr/>
          </p:nvSpPr>
          <p:spPr>
            <a:xfrm>
              <a:off x="1243655" y="5502436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t797"/>
            <p:cNvSpPr/>
            <p:nvPr/>
          </p:nvSpPr>
          <p:spPr>
            <a:xfrm>
              <a:off x="1350474" y="937075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t798"/>
            <p:cNvSpPr/>
            <p:nvPr/>
          </p:nvSpPr>
          <p:spPr>
            <a:xfrm>
              <a:off x="1473663" y="5571992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t799"/>
            <p:cNvSpPr/>
            <p:nvPr/>
          </p:nvSpPr>
          <p:spPr>
            <a:xfrm>
              <a:off x="1586622" y="5537012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t800"/>
            <p:cNvSpPr/>
            <p:nvPr/>
          </p:nvSpPr>
          <p:spPr>
            <a:xfrm>
              <a:off x="2389729" y="5483745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t801"/>
            <p:cNvSpPr/>
            <p:nvPr/>
          </p:nvSpPr>
          <p:spPr>
            <a:xfrm>
              <a:off x="2503409" y="5436619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t802"/>
            <p:cNvSpPr/>
            <p:nvPr/>
          </p:nvSpPr>
          <p:spPr>
            <a:xfrm>
              <a:off x="2632089" y="5517752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t803"/>
            <p:cNvSpPr/>
            <p:nvPr/>
          </p:nvSpPr>
          <p:spPr>
            <a:xfrm>
              <a:off x="2731266" y="831559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t804"/>
            <p:cNvSpPr/>
            <p:nvPr/>
          </p:nvSpPr>
          <p:spPr>
            <a:xfrm>
              <a:off x="1230912" y="5576099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t805"/>
            <p:cNvSpPr/>
            <p:nvPr/>
          </p:nvSpPr>
          <p:spPr>
            <a:xfrm>
              <a:off x="1351438" y="954646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t806"/>
            <p:cNvSpPr/>
            <p:nvPr/>
          </p:nvSpPr>
          <p:spPr>
            <a:xfrm>
              <a:off x="1461976" y="5538968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t807"/>
            <p:cNvSpPr/>
            <p:nvPr/>
          </p:nvSpPr>
          <p:spPr>
            <a:xfrm>
              <a:off x="1588456" y="5387542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t808"/>
            <p:cNvSpPr/>
            <p:nvPr/>
          </p:nvSpPr>
          <p:spPr>
            <a:xfrm>
              <a:off x="1811465" y="5499053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t809"/>
            <p:cNvSpPr/>
            <p:nvPr/>
          </p:nvSpPr>
          <p:spPr>
            <a:xfrm>
              <a:off x="1925006" y="5430051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t810"/>
            <p:cNvSpPr/>
            <p:nvPr/>
          </p:nvSpPr>
          <p:spPr>
            <a:xfrm>
              <a:off x="2053174" y="917459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t811"/>
            <p:cNvSpPr/>
            <p:nvPr/>
          </p:nvSpPr>
          <p:spPr>
            <a:xfrm>
              <a:off x="2171386" y="5509979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t812"/>
            <p:cNvSpPr/>
            <p:nvPr/>
          </p:nvSpPr>
          <p:spPr>
            <a:xfrm>
              <a:off x="655117" y="1322770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t813"/>
            <p:cNvSpPr/>
            <p:nvPr/>
          </p:nvSpPr>
          <p:spPr>
            <a:xfrm>
              <a:off x="775303" y="5238513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t814"/>
            <p:cNvSpPr/>
            <p:nvPr/>
          </p:nvSpPr>
          <p:spPr>
            <a:xfrm>
              <a:off x="883967" y="5209374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t815"/>
            <p:cNvSpPr/>
            <p:nvPr/>
          </p:nvSpPr>
          <p:spPr>
            <a:xfrm>
              <a:off x="1012726" y="5414007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t816"/>
            <p:cNvSpPr/>
            <p:nvPr/>
          </p:nvSpPr>
          <p:spPr>
            <a:xfrm>
              <a:off x="2396974" y="5610202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t817"/>
            <p:cNvSpPr/>
            <p:nvPr/>
          </p:nvSpPr>
          <p:spPr>
            <a:xfrm>
              <a:off x="2509452" y="5060472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t818"/>
            <p:cNvSpPr/>
            <p:nvPr/>
          </p:nvSpPr>
          <p:spPr>
            <a:xfrm>
              <a:off x="2630381" y="5374703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t819"/>
            <p:cNvSpPr/>
            <p:nvPr/>
          </p:nvSpPr>
          <p:spPr>
            <a:xfrm>
              <a:off x="2734192" y="1447451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t820"/>
            <p:cNvSpPr/>
            <p:nvPr/>
          </p:nvSpPr>
          <p:spPr>
            <a:xfrm>
              <a:off x="1809661" y="5554451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t821"/>
            <p:cNvSpPr/>
            <p:nvPr/>
          </p:nvSpPr>
          <p:spPr>
            <a:xfrm>
              <a:off x="1925430" y="5529225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t822"/>
            <p:cNvSpPr/>
            <p:nvPr/>
          </p:nvSpPr>
          <p:spPr>
            <a:xfrm>
              <a:off x="2040643" y="1060738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t823"/>
            <p:cNvSpPr/>
            <p:nvPr/>
          </p:nvSpPr>
          <p:spPr>
            <a:xfrm>
              <a:off x="2154245" y="5424908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t824"/>
            <p:cNvSpPr/>
            <p:nvPr/>
          </p:nvSpPr>
          <p:spPr>
            <a:xfrm>
              <a:off x="1821858" y="5589237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t825"/>
            <p:cNvSpPr/>
            <p:nvPr/>
          </p:nvSpPr>
          <p:spPr>
            <a:xfrm>
              <a:off x="1926628" y="5525478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t826"/>
            <p:cNvSpPr/>
            <p:nvPr/>
          </p:nvSpPr>
          <p:spPr>
            <a:xfrm>
              <a:off x="2038725" y="919923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t827"/>
            <p:cNvSpPr/>
            <p:nvPr/>
          </p:nvSpPr>
          <p:spPr>
            <a:xfrm>
              <a:off x="2171412" y="5458061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t828"/>
            <p:cNvSpPr/>
            <p:nvPr/>
          </p:nvSpPr>
          <p:spPr>
            <a:xfrm>
              <a:off x="1241199" y="5475640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t829"/>
            <p:cNvSpPr/>
            <p:nvPr/>
          </p:nvSpPr>
          <p:spPr>
            <a:xfrm>
              <a:off x="1358636" y="834003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t830"/>
            <p:cNvSpPr/>
            <p:nvPr/>
          </p:nvSpPr>
          <p:spPr>
            <a:xfrm>
              <a:off x="1461175" y="5422239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t831"/>
            <p:cNvSpPr/>
            <p:nvPr/>
          </p:nvSpPr>
          <p:spPr>
            <a:xfrm>
              <a:off x="1591183" y="5428419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t832"/>
            <p:cNvSpPr/>
            <p:nvPr/>
          </p:nvSpPr>
          <p:spPr>
            <a:xfrm>
              <a:off x="1817558" y="5561484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t833"/>
            <p:cNvSpPr/>
            <p:nvPr/>
          </p:nvSpPr>
          <p:spPr>
            <a:xfrm>
              <a:off x="1925643" y="5457967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t834"/>
            <p:cNvSpPr/>
            <p:nvPr/>
          </p:nvSpPr>
          <p:spPr>
            <a:xfrm>
              <a:off x="2039055" y="1516141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t835"/>
            <p:cNvSpPr/>
            <p:nvPr/>
          </p:nvSpPr>
          <p:spPr>
            <a:xfrm>
              <a:off x="2171466" y="4820500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t836"/>
            <p:cNvSpPr/>
            <p:nvPr/>
          </p:nvSpPr>
          <p:spPr>
            <a:xfrm>
              <a:off x="669868" y="1526102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t837"/>
            <p:cNvSpPr/>
            <p:nvPr/>
          </p:nvSpPr>
          <p:spPr>
            <a:xfrm>
              <a:off x="770773" y="4966759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t838"/>
            <p:cNvSpPr/>
            <p:nvPr/>
          </p:nvSpPr>
          <p:spPr>
            <a:xfrm>
              <a:off x="898822" y="5263859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t839"/>
            <p:cNvSpPr/>
            <p:nvPr/>
          </p:nvSpPr>
          <p:spPr>
            <a:xfrm>
              <a:off x="1000187" y="5415702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t840"/>
            <p:cNvSpPr/>
            <p:nvPr/>
          </p:nvSpPr>
          <p:spPr>
            <a:xfrm>
              <a:off x="2403303" y="5388914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t841"/>
            <p:cNvSpPr/>
            <p:nvPr/>
          </p:nvSpPr>
          <p:spPr>
            <a:xfrm>
              <a:off x="2505119" y="5406667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t842"/>
            <p:cNvSpPr/>
            <p:nvPr/>
          </p:nvSpPr>
          <p:spPr>
            <a:xfrm>
              <a:off x="2633715" y="4756826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t843"/>
            <p:cNvSpPr/>
            <p:nvPr/>
          </p:nvSpPr>
          <p:spPr>
            <a:xfrm>
              <a:off x="2734506" y="1655977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t844"/>
            <p:cNvSpPr/>
            <p:nvPr/>
          </p:nvSpPr>
          <p:spPr>
            <a:xfrm>
              <a:off x="2394558" y="5519531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t845"/>
            <p:cNvSpPr/>
            <p:nvPr/>
          </p:nvSpPr>
          <p:spPr>
            <a:xfrm>
              <a:off x="2501939" y="5417605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t846"/>
            <p:cNvSpPr/>
            <p:nvPr/>
          </p:nvSpPr>
          <p:spPr>
            <a:xfrm>
              <a:off x="2631517" y="4686350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t847"/>
            <p:cNvSpPr/>
            <p:nvPr/>
          </p:nvSpPr>
          <p:spPr>
            <a:xfrm>
              <a:off x="2740315" y="1660984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t848"/>
            <p:cNvSpPr/>
            <p:nvPr/>
          </p:nvSpPr>
          <p:spPr>
            <a:xfrm>
              <a:off x="2976133" y="4801528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t849"/>
            <p:cNvSpPr/>
            <p:nvPr/>
          </p:nvSpPr>
          <p:spPr>
            <a:xfrm>
              <a:off x="3082091" y="2721976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t850"/>
            <p:cNvSpPr/>
            <p:nvPr/>
          </p:nvSpPr>
          <p:spPr>
            <a:xfrm>
              <a:off x="3195915" y="4803095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t851"/>
            <p:cNvSpPr/>
            <p:nvPr/>
          </p:nvSpPr>
          <p:spPr>
            <a:xfrm>
              <a:off x="3315648" y="5076398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t852"/>
            <p:cNvSpPr/>
            <p:nvPr/>
          </p:nvSpPr>
          <p:spPr>
            <a:xfrm>
              <a:off x="2969725" y="5207059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t853"/>
            <p:cNvSpPr/>
            <p:nvPr/>
          </p:nvSpPr>
          <p:spPr>
            <a:xfrm>
              <a:off x="3086801" y="2524701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t854"/>
            <p:cNvSpPr/>
            <p:nvPr/>
          </p:nvSpPr>
          <p:spPr>
            <a:xfrm>
              <a:off x="3201383" y="5240906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t855"/>
            <p:cNvSpPr/>
            <p:nvPr/>
          </p:nvSpPr>
          <p:spPr>
            <a:xfrm>
              <a:off x="3319638" y="4321463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t856"/>
            <p:cNvSpPr/>
            <p:nvPr/>
          </p:nvSpPr>
          <p:spPr>
            <a:xfrm>
              <a:off x="2965234" y="5110566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t857"/>
            <p:cNvSpPr/>
            <p:nvPr/>
          </p:nvSpPr>
          <p:spPr>
            <a:xfrm>
              <a:off x="3077688" y="2653297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t858"/>
            <p:cNvSpPr/>
            <p:nvPr/>
          </p:nvSpPr>
          <p:spPr>
            <a:xfrm>
              <a:off x="3194502" y="4786236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t859"/>
            <p:cNvSpPr/>
            <p:nvPr/>
          </p:nvSpPr>
          <p:spPr>
            <a:xfrm>
              <a:off x="3317659" y="4831351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t860"/>
            <p:cNvSpPr/>
            <p:nvPr/>
          </p:nvSpPr>
          <p:spPr>
            <a:xfrm>
              <a:off x="3547873" y="5584039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t861"/>
            <p:cNvSpPr/>
            <p:nvPr/>
          </p:nvSpPr>
          <p:spPr>
            <a:xfrm>
              <a:off x="3673866" y="4814926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t862"/>
            <p:cNvSpPr/>
            <p:nvPr/>
          </p:nvSpPr>
          <p:spPr>
            <a:xfrm>
              <a:off x="3771044" y="2962913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t863"/>
            <p:cNvSpPr/>
            <p:nvPr/>
          </p:nvSpPr>
          <p:spPr>
            <a:xfrm>
              <a:off x="3889905" y="4148234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t864"/>
            <p:cNvSpPr/>
            <p:nvPr/>
          </p:nvSpPr>
          <p:spPr>
            <a:xfrm>
              <a:off x="3543508" y="5499840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t865"/>
            <p:cNvSpPr/>
            <p:nvPr/>
          </p:nvSpPr>
          <p:spPr>
            <a:xfrm>
              <a:off x="3668722" y="4766120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t866"/>
            <p:cNvSpPr/>
            <p:nvPr/>
          </p:nvSpPr>
          <p:spPr>
            <a:xfrm>
              <a:off x="3771385" y="2915027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t867"/>
            <p:cNvSpPr/>
            <p:nvPr/>
          </p:nvSpPr>
          <p:spPr>
            <a:xfrm>
              <a:off x="3897644" y="4095228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t868"/>
            <p:cNvSpPr/>
            <p:nvPr/>
          </p:nvSpPr>
          <p:spPr>
            <a:xfrm>
              <a:off x="3556754" y="5558640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t869"/>
            <p:cNvSpPr/>
            <p:nvPr/>
          </p:nvSpPr>
          <p:spPr>
            <a:xfrm>
              <a:off x="3673490" y="4800622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t870"/>
            <p:cNvSpPr/>
            <p:nvPr/>
          </p:nvSpPr>
          <p:spPr>
            <a:xfrm>
              <a:off x="3775414" y="2990648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t871"/>
            <p:cNvSpPr/>
            <p:nvPr/>
          </p:nvSpPr>
          <p:spPr>
            <a:xfrm>
              <a:off x="3904749" y="4016518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t872"/>
            <p:cNvSpPr/>
            <p:nvPr/>
          </p:nvSpPr>
          <p:spPr>
            <a:xfrm>
              <a:off x="5278800" y="5485652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t873"/>
            <p:cNvSpPr/>
            <p:nvPr/>
          </p:nvSpPr>
          <p:spPr>
            <a:xfrm>
              <a:off x="5393358" y="4734703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t874"/>
            <p:cNvSpPr/>
            <p:nvPr/>
          </p:nvSpPr>
          <p:spPr>
            <a:xfrm>
              <a:off x="5513487" y="2817370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t875"/>
            <p:cNvSpPr/>
            <p:nvPr/>
          </p:nvSpPr>
          <p:spPr>
            <a:xfrm>
              <a:off x="5631185" y="4321205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t876"/>
            <p:cNvSpPr/>
            <p:nvPr/>
          </p:nvSpPr>
          <p:spPr>
            <a:xfrm>
              <a:off x="5271315" y="5508088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t877"/>
            <p:cNvSpPr/>
            <p:nvPr/>
          </p:nvSpPr>
          <p:spPr>
            <a:xfrm>
              <a:off x="5398168" y="4593867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t878"/>
            <p:cNvSpPr/>
            <p:nvPr/>
          </p:nvSpPr>
          <p:spPr>
            <a:xfrm>
              <a:off x="5507686" y="3321281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t879"/>
            <p:cNvSpPr/>
            <p:nvPr/>
          </p:nvSpPr>
          <p:spPr>
            <a:xfrm>
              <a:off x="5633319" y="4102214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t880"/>
            <p:cNvSpPr/>
            <p:nvPr/>
          </p:nvSpPr>
          <p:spPr>
            <a:xfrm>
              <a:off x="5279946" y="5459304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t881"/>
            <p:cNvSpPr/>
            <p:nvPr/>
          </p:nvSpPr>
          <p:spPr>
            <a:xfrm>
              <a:off x="5403971" y="4539188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t882"/>
            <p:cNvSpPr/>
            <p:nvPr/>
          </p:nvSpPr>
          <p:spPr>
            <a:xfrm>
              <a:off x="5511253" y="3333122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t883"/>
            <p:cNvSpPr/>
            <p:nvPr/>
          </p:nvSpPr>
          <p:spPr>
            <a:xfrm>
              <a:off x="5621957" y="4264103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t884"/>
            <p:cNvSpPr/>
            <p:nvPr/>
          </p:nvSpPr>
          <p:spPr>
            <a:xfrm>
              <a:off x="5285048" y="5138907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t885"/>
            <p:cNvSpPr/>
            <p:nvPr/>
          </p:nvSpPr>
          <p:spPr>
            <a:xfrm>
              <a:off x="5388236" y="4098088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t886"/>
            <p:cNvSpPr/>
            <p:nvPr/>
          </p:nvSpPr>
          <p:spPr>
            <a:xfrm>
              <a:off x="5509664" y="3345983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t887"/>
            <p:cNvSpPr/>
            <p:nvPr/>
          </p:nvSpPr>
          <p:spPr>
            <a:xfrm>
              <a:off x="5629248" y="4787783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t888"/>
            <p:cNvSpPr/>
            <p:nvPr/>
          </p:nvSpPr>
          <p:spPr>
            <a:xfrm>
              <a:off x="5273605" y="5228559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t889"/>
            <p:cNvSpPr/>
            <p:nvPr/>
          </p:nvSpPr>
          <p:spPr>
            <a:xfrm>
              <a:off x="5394108" y="3657664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t890"/>
            <p:cNvSpPr/>
            <p:nvPr/>
          </p:nvSpPr>
          <p:spPr>
            <a:xfrm>
              <a:off x="5513149" y="3549844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t891"/>
            <p:cNvSpPr/>
            <p:nvPr/>
          </p:nvSpPr>
          <p:spPr>
            <a:xfrm>
              <a:off x="5636244" y="4896437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t892"/>
            <p:cNvSpPr/>
            <p:nvPr/>
          </p:nvSpPr>
          <p:spPr>
            <a:xfrm>
              <a:off x="5274790" y="5165207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t893"/>
            <p:cNvSpPr/>
            <p:nvPr/>
          </p:nvSpPr>
          <p:spPr>
            <a:xfrm>
              <a:off x="5393470" y="3671919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t894"/>
            <p:cNvSpPr/>
            <p:nvPr/>
          </p:nvSpPr>
          <p:spPr>
            <a:xfrm>
              <a:off x="5509510" y="3619761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t895"/>
            <p:cNvSpPr/>
            <p:nvPr/>
          </p:nvSpPr>
          <p:spPr>
            <a:xfrm>
              <a:off x="5629809" y="5014852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t896"/>
            <p:cNvSpPr/>
            <p:nvPr/>
          </p:nvSpPr>
          <p:spPr>
            <a:xfrm>
              <a:off x="5285112" y="5487972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t897"/>
            <p:cNvSpPr/>
            <p:nvPr/>
          </p:nvSpPr>
          <p:spPr>
            <a:xfrm>
              <a:off x="5397430" y="4782207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t898"/>
            <p:cNvSpPr/>
            <p:nvPr/>
          </p:nvSpPr>
          <p:spPr>
            <a:xfrm>
              <a:off x="5515863" y="2761046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t899"/>
            <p:cNvSpPr/>
            <p:nvPr/>
          </p:nvSpPr>
          <p:spPr>
            <a:xfrm>
              <a:off x="5622561" y="4497017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t900"/>
            <p:cNvSpPr/>
            <p:nvPr/>
          </p:nvSpPr>
          <p:spPr>
            <a:xfrm>
              <a:off x="5278367" y="5421719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t901"/>
            <p:cNvSpPr/>
            <p:nvPr/>
          </p:nvSpPr>
          <p:spPr>
            <a:xfrm>
              <a:off x="5405023" y="4652885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t902"/>
            <p:cNvSpPr/>
            <p:nvPr/>
          </p:nvSpPr>
          <p:spPr>
            <a:xfrm>
              <a:off x="5511292" y="2865547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t903"/>
            <p:cNvSpPr/>
            <p:nvPr/>
          </p:nvSpPr>
          <p:spPr>
            <a:xfrm>
              <a:off x="5627750" y="4415852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t904"/>
            <p:cNvSpPr/>
            <p:nvPr/>
          </p:nvSpPr>
          <p:spPr>
            <a:xfrm>
              <a:off x="4707664" y="5269487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t905"/>
            <p:cNvSpPr/>
            <p:nvPr/>
          </p:nvSpPr>
          <p:spPr>
            <a:xfrm>
              <a:off x="4812272" y="3271312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t906"/>
            <p:cNvSpPr/>
            <p:nvPr/>
          </p:nvSpPr>
          <p:spPr>
            <a:xfrm>
              <a:off x="4942727" y="4010916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t907"/>
            <p:cNvSpPr/>
            <p:nvPr/>
          </p:nvSpPr>
          <p:spPr>
            <a:xfrm>
              <a:off x="5055174" y="4971395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t908"/>
            <p:cNvSpPr/>
            <p:nvPr/>
          </p:nvSpPr>
          <p:spPr>
            <a:xfrm>
              <a:off x="4698331" y="5225604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t909"/>
            <p:cNvSpPr/>
            <p:nvPr/>
          </p:nvSpPr>
          <p:spPr>
            <a:xfrm>
              <a:off x="4811149" y="3061213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t910"/>
            <p:cNvSpPr/>
            <p:nvPr/>
          </p:nvSpPr>
          <p:spPr>
            <a:xfrm>
              <a:off x="4927488" y="3899875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t911"/>
            <p:cNvSpPr/>
            <p:nvPr/>
          </p:nvSpPr>
          <p:spPr>
            <a:xfrm>
              <a:off x="5051315" y="5173768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t912"/>
            <p:cNvSpPr/>
            <p:nvPr/>
          </p:nvSpPr>
          <p:spPr>
            <a:xfrm>
              <a:off x="4699374" y="5114123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t913"/>
            <p:cNvSpPr/>
            <p:nvPr/>
          </p:nvSpPr>
          <p:spPr>
            <a:xfrm>
              <a:off x="4827532" y="2839561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t914"/>
            <p:cNvSpPr/>
            <p:nvPr/>
          </p:nvSpPr>
          <p:spPr>
            <a:xfrm>
              <a:off x="4942172" y="4490638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t915"/>
            <p:cNvSpPr/>
            <p:nvPr/>
          </p:nvSpPr>
          <p:spPr>
            <a:xfrm>
              <a:off x="5058914" y="4876125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t916"/>
            <p:cNvSpPr/>
            <p:nvPr/>
          </p:nvSpPr>
          <p:spPr>
            <a:xfrm>
              <a:off x="4706517" y="5066941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t917"/>
            <p:cNvSpPr/>
            <p:nvPr/>
          </p:nvSpPr>
          <p:spPr>
            <a:xfrm>
              <a:off x="4817776" y="2846913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t918"/>
            <p:cNvSpPr/>
            <p:nvPr/>
          </p:nvSpPr>
          <p:spPr>
            <a:xfrm>
              <a:off x="4935324" y="4422980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t919"/>
            <p:cNvSpPr/>
            <p:nvPr/>
          </p:nvSpPr>
          <p:spPr>
            <a:xfrm>
              <a:off x="5046395" y="4864876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t920"/>
            <p:cNvSpPr/>
            <p:nvPr/>
          </p:nvSpPr>
          <p:spPr>
            <a:xfrm>
              <a:off x="4709265" y="5018360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t921"/>
            <p:cNvSpPr/>
            <p:nvPr/>
          </p:nvSpPr>
          <p:spPr>
            <a:xfrm>
              <a:off x="4809344" y="3002531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t922"/>
            <p:cNvSpPr/>
            <p:nvPr/>
          </p:nvSpPr>
          <p:spPr>
            <a:xfrm>
              <a:off x="4940364" y="4685144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t923"/>
            <p:cNvSpPr/>
            <p:nvPr/>
          </p:nvSpPr>
          <p:spPr>
            <a:xfrm>
              <a:off x="5046707" y="4610206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t924"/>
            <p:cNvSpPr/>
            <p:nvPr/>
          </p:nvSpPr>
          <p:spPr>
            <a:xfrm>
              <a:off x="4694705" y="5238327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t925"/>
            <p:cNvSpPr/>
            <p:nvPr/>
          </p:nvSpPr>
          <p:spPr>
            <a:xfrm>
              <a:off x="4812518" y="3137765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t926"/>
            <p:cNvSpPr/>
            <p:nvPr/>
          </p:nvSpPr>
          <p:spPr>
            <a:xfrm>
              <a:off x="4933889" y="4258948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t927"/>
            <p:cNvSpPr/>
            <p:nvPr/>
          </p:nvSpPr>
          <p:spPr>
            <a:xfrm>
              <a:off x="5051750" y="4708387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t928"/>
            <p:cNvSpPr/>
            <p:nvPr/>
          </p:nvSpPr>
          <p:spPr>
            <a:xfrm>
              <a:off x="5853175" y="5179770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t929"/>
            <p:cNvSpPr/>
            <p:nvPr/>
          </p:nvSpPr>
          <p:spPr>
            <a:xfrm>
              <a:off x="5980532" y="3178957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t930"/>
            <p:cNvSpPr/>
            <p:nvPr/>
          </p:nvSpPr>
          <p:spPr>
            <a:xfrm>
              <a:off x="6087164" y="4293637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t931"/>
            <p:cNvSpPr/>
            <p:nvPr/>
          </p:nvSpPr>
          <p:spPr>
            <a:xfrm>
              <a:off x="6200984" y="4679996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t932"/>
            <p:cNvSpPr/>
            <p:nvPr/>
          </p:nvSpPr>
          <p:spPr>
            <a:xfrm>
              <a:off x="5856800" y="5239761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t933"/>
            <p:cNvSpPr/>
            <p:nvPr/>
          </p:nvSpPr>
          <p:spPr>
            <a:xfrm>
              <a:off x="5978822" y="4043200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t934"/>
            <p:cNvSpPr/>
            <p:nvPr/>
          </p:nvSpPr>
          <p:spPr>
            <a:xfrm>
              <a:off x="6086187" y="3100496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t935"/>
            <p:cNvSpPr/>
            <p:nvPr/>
          </p:nvSpPr>
          <p:spPr>
            <a:xfrm>
              <a:off x="6195598" y="4671160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t936"/>
            <p:cNvSpPr/>
            <p:nvPr/>
          </p:nvSpPr>
          <p:spPr>
            <a:xfrm>
              <a:off x="5855197" y="5319610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t937"/>
            <p:cNvSpPr/>
            <p:nvPr/>
          </p:nvSpPr>
          <p:spPr>
            <a:xfrm>
              <a:off x="5981173" y="3801335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t938"/>
            <p:cNvSpPr/>
            <p:nvPr/>
          </p:nvSpPr>
          <p:spPr>
            <a:xfrm>
              <a:off x="6087033" y="3407133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t939"/>
            <p:cNvSpPr/>
            <p:nvPr/>
          </p:nvSpPr>
          <p:spPr>
            <a:xfrm>
              <a:off x="6198642" y="4891637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t940"/>
            <p:cNvSpPr/>
            <p:nvPr/>
          </p:nvSpPr>
          <p:spPr>
            <a:xfrm>
              <a:off x="5862763" y="5158103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t941"/>
            <p:cNvSpPr/>
            <p:nvPr/>
          </p:nvSpPr>
          <p:spPr>
            <a:xfrm>
              <a:off x="5967554" y="3547390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t942"/>
            <p:cNvSpPr/>
            <p:nvPr/>
          </p:nvSpPr>
          <p:spPr>
            <a:xfrm>
              <a:off x="6090447" y="3768375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t943"/>
            <p:cNvSpPr/>
            <p:nvPr/>
          </p:nvSpPr>
          <p:spPr>
            <a:xfrm>
              <a:off x="6213884" y="4844995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t944"/>
            <p:cNvSpPr/>
            <p:nvPr/>
          </p:nvSpPr>
          <p:spPr>
            <a:xfrm>
              <a:off x="5850559" y="5167487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t945"/>
            <p:cNvSpPr/>
            <p:nvPr/>
          </p:nvSpPr>
          <p:spPr>
            <a:xfrm>
              <a:off x="5974460" y="3433918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t946"/>
            <p:cNvSpPr/>
            <p:nvPr/>
          </p:nvSpPr>
          <p:spPr>
            <a:xfrm>
              <a:off x="6095109" y="3746050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t947"/>
            <p:cNvSpPr/>
            <p:nvPr/>
          </p:nvSpPr>
          <p:spPr>
            <a:xfrm>
              <a:off x="6204274" y="4844737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t948"/>
            <p:cNvSpPr/>
            <p:nvPr/>
          </p:nvSpPr>
          <p:spPr>
            <a:xfrm>
              <a:off x="4707624" y="5216069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t949"/>
            <p:cNvSpPr/>
            <p:nvPr/>
          </p:nvSpPr>
          <p:spPr>
            <a:xfrm>
              <a:off x="4820190" y="3190805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t950"/>
            <p:cNvSpPr/>
            <p:nvPr/>
          </p:nvSpPr>
          <p:spPr>
            <a:xfrm>
              <a:off x="4939829" y="3842858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t951"/>
            <p:cNvSpPr/>
            <p:nvPr/>
          </p:nvSpPr>
          <p:spPr>
            <a:xfrm>
              <a:off x="5053229" y="5010866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t952"/>
            <p:cNvSpPr/>
            <p:nvPr/>
          </p:nvSpPr>
          <p:spPr>
            <a:xfrm>
              <a:off x="4697204" y="5114050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t953"/>
            <p:cNvSpPr/>
            <p:nvPr/>
          </p:nvSpPr>
          <p:spPr>
            <a:xfrm>
              <a:off x="4820378" y="2814567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t954"/>
            <p:cNvSpPr/>
            <p:nvPr/>
          </p:nvSpPr>
          <p:spPr>
            <a:xfrm>
              <a:off x="4928616" y="4617649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t955"/>
            <p:cNvSpPr/>
            <p:nvPr/>
          </p:nvSpPr>
          <p:spPr>
            <a:xfrm>
              <a:off x="5052230" y="4792678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t956"/>
            <p:cNvSpPr/>
            <p:nvPr/>
          </p:nvSpPr>
          <p:spPr>
            <a:xfrm>
              <a:off x="5854928" y="5381246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t957"/>
            <p:cNvSpPr/>
            <p:nvPr/>
          </p:nvSpPr>
          <p:spPr>
            <a:xfrm>
              <a:off x="5981343" y="4813733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t958"/>
            <p:cNvSpPr/>
            <p:nvPr/>
          </p:nvSpPr>
          <p:spPr>
            <a:xfrm>
              <a:off x="6085176" y="2621404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t959"/>
            <p:cNvSpPr/>
            <p:nvPr/>
          </p:nvSpPr>
          <p:spPr>
            <a:xfrm>
              <a:off x="6213673" y="4385280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t960"/>
            <p:cNvSpPr/>
            <p:nvPr/>
          </p:nvSpPr>
          <p:spPr>
            <a:xfrm>
              <a:off x="4135381" y="5161859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t961"/>
            <p:cNvSpPr/>
            <p:nvPr/>
          </p:nvSpPr>
          <p:spPr>
            <a:xfrm>
              <a:off x="4238741" y="2656997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t962"/>
            <p:cNvSpPr/>
            <p:nvPr/>
          </p:nvSpPr>
          <p:spPr>
            <a:xfrm>
              <a:off x="4361456" y="4637996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t963"/>
            <p:cNvSpPr/>
            <p:nvPr/>
          </p:nvSpPr>
          <p:spPr>
            <a:xfrm>
              <a:off x="4474670" y="4815645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t964"/>
            <p:cNvSpPr/>
            <p:nvPr/>
          </p:nvSpPr>
          <p:spPr>
            <a:xfrm>
              <a:off x="4128000" y="5194127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t965"/>
            <p:cNvSpPr/>
            <p:nvPr/>
          </p:nvSpPr>
          <p:spPr>
            <a:xfrm>
              <a:off x="4247680" y="2439620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t966"/>
            <p:cNvSpPr/>
            <p:nvPr/>
          </p:nvSpPr>
          <p:spPr>
            <a:xfrm>
              <a:off x="4361603" y="4649421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t967"/>
            <p:cNvSpPr/>
            <p:nvPr/>
          </p:nvSpPr>
          <p:spPr>
            <a:xfrm>
              <a:off x="4467149" y="4984832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t968"/>
            <p:cNvSpPr/>
            <p:nvPr/>
          </p:nvSpPr>
          <p:spPr>
            <a:xfrm>
              <a:off x="4131922" y="4982039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t969"/>
            <p:cNvSpPr/>
            <p:nvPr/>
          </p:nvSpPr>
          <p:spPr>
            <a:xfrm>
              <a:off x="4233134" y="3349333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t970"/>
            <p:cNvSpPr/>
            <p:nvPr/>
          </p:nvSpPr>
          <p:spPr>
            <a:xfrm>
              <a:off x="4347540" y="4365520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t971"/>
            <p:cNvSpPr/>
            <p:nvPr/>
          </p:nvSpPr>
          <p:spPr>
            <a:xfrm>
              <a:off x="4479704" y="4484424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t972"/>
            <p:cNvSpPr/>
            <p:nvPr/>
          </p:nvSpPr>
          <p:spPr>
            <a:xfrm>
              <a:off x="4119233" y="5125864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t973"/>
            <p:cNvSpPr/>
            <p:nvPr/>
          </p:nvSpPr>
          <p:spPr>
            <a:xfrm>
              <a:off x="4243886" y="3133799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t974"/>
            <p:cNvSpPr/>
            <p:nvPr/>
          </p:nvSpPr>
          <p:spPr>
            <a:xfrm>
              <a:off x="4356660" y="4401607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t975"/>
            <p:cNvSpPr/>
            <p:nvPr/>
          </p:nvSpPr>
          <p:spPr>
            <a:xfrm>
              <a:off x="4471985" y="4864782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t976"/>
            <p:cNvSpPr/>
            <p:nvPr/>
          </p:nvSpPr>
          <p:spPr>
            <a:xfrm>
              <a:off x="4128339" y="5187035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t977"/>
            <p:cNvSpPr/>
            <p:nvPr/>
          </p:nvSpPr>
          <p:spPr>
            <a:xfrm>
              <a:off x="4239881" y="2976952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t978"/>
            <p:cNvSpPr/>
            <p:nvPr/>
          </p:nvSpPr>
          <p:spPr>
            <a:xfrm>
              <a:off x="4362485" y="4235196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t979"/>
            <p:cNvSpPr/>
            <p:nvPr/>
          </p:nvSpPr>
          <p:spPr>
            <a:xfrm>
              <a:off x="4465141" y="5002774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t980"/>
            <p:cNvSpPr/>
            <p:nvPr/>
          </p:nvSpPr>
          <p:spPr>
            <a:xfrm>
              <a:off x="4130819" y="5121251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t981"/>
            <p:cNvSpPr/>
            <p:nvPr/>
          </p:nvSpPr>
          <p:spPr>
            <a:xfrm>
              <a:off x="4250347" y="2991111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t982"/>
            <p:cNvSpPr/>
            <p:nvPr/>
          </p:nvSpPr>
          <p:spPr>
            <a:xfrm>
              <a:off x="4364307" y="4175666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t983"/>
            <p:cNvSpPr/>
            <p:nvPr/>
          </p:nvSpPr>
          <p:spPr>
            <a:xfrm>
              <a:off x="4474033" y="4968462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t984"/>
            <p:cNvSpPr/>
            <p:nvPr/>
          </p:nvSpPr>
          <p:spPr>
            <a:xfrm>
              <a:off x="4128522" y="5060572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t985"/>
            <p:cNvSpPr/>
            <p:nvPr/>
          </p:nvSpPr>
          <p:spPr>
            <a:xfrm>
              <a:off x="4238333" y="3440342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pt986"/>
            <p:cNvSpPr/>
            <p:nvPr/>
          </p:nvSpPr>
          <p:spPr>
            <a:xfrm>
              <a:off x="4361706" y="3978677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" name="pt987"/>
            <p:cNvSpPr/>
            <p:nvPr/>
          </p:nvSpPr>
          <p:spPr>
            <a:xfrm>
              <a:off x="4478308" y="4779532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pt988"/>
            <p:cNvSpPr/>
            <p:nvPr/>
          </p:nvSpPr>
          <p:spPr>
            <a:xfrm>
              <a:off x="4134886" y="5096238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pt989"/>
            <p:cNvSpPr/>
            <p:nvPr/>
          </p:nvSpPr>
          <p:spPr>
            <a:xfrm>
              <a:off x="4245169" y="3325695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t990"/>
            <p:cNvSpPr/>
            <p:nvPr/>
          </p:nvSpPr>
          <p:spPr>
            <a:xfrm>
              <a:off x="4365907" y="4033144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pt991"/>
            <p:cNvSpPr/>
            <p:nvPr/>
          </p:nvSpPr>
          <p:spPr>
            <a:xfrm>
              <a:off x="4477173" y="4839014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pt992"/>
            <p:cNvSpPr/>
            <p:nvPr/>
          </p:nvSpPr>
          <p:spPr>
            <a:xfrm>
              <a:off x="5853833" y="5194714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t993"/>
            <p:cNvSpPr/>
            <p:nvPr/>
          </p:nvSpPr>
          <p:spPr>
            <a:xfrm>
              <a:off x="5966131" y="3405196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t994"/>
            <p:cNvSpPr/>
            <p:nvPr/>
          </p:nvSpPr>
          <p:spPr>
            <a:xfrm>
              <a:off x="6095722" y="3999025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t995"/>
            <p:cNvSpPr/>
            <p:nvPr/>
          </p:nvSpPr>
          <p:spPr>
            <a:xfrm>
              <a:off x="6196790" y="4854644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t996"/>
            <p:cNvSpPr/>
            <p:nvPr/>
          </p:nvSpPr>
          <p:spPr>
            <a:xfrm>
              <a:off x="5854935" y="5099066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t997"/>
            <p:cNvSpPr/>
            <p:nvPr/>
          </p:nvSpPr>
          <p:spPr>
            <a:xfrm>
              <a:off x="5977540" y="3378692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t998"/>
            <p:cNvSpPr/>
            <p:nvPr/>
          </p:nvSpPr>
          <p:spPr>
            <a:xfrm>
              <a:off x="6080505" y="3865099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t999"/>
            <p:cNvSpPr/>
            <p:nvPr/>
          </p:nvSpPr>
          <p:spPr>
            <a:xfrm>
              <a:off x="6206065" y="4951949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t1000"/>
            <p:cNvSpPr/>
            <p:nvPr/>
          </p:nvSpPr>
          <p:spPr>
            <a:xfrm>
              <a:off x="5848960" y="5369009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t1001"/>
            <p:cNvSpPr/>
            <p:nvPr/>
          </p:nvSpPr>
          <p:spPr>
            <a:xfrm>
              <a:off x="5977155" y="4831589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t1002"/>
            <p:cNvSpPr/>
            <p:nvPr/>
          </p:nvSpPr>
          <p:spPr>
            <a:xfrm>
              <a:off x="6091976" y="2740542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t1003"/>
            <p:cNvSpPr/>
            <p:nvPr/>
          </p:nvSpPr>
          <p:spPr>
            <a:xfrm>
              <a:off x="6203821" y="4424135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pt1004"/>
            <p:cNvSpPr/>
            <p:nvPr/>
          </p:nvSpPr>
          <p:spPr>
            <a:xfrm>
              <a:off x="5862187" y="5280390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t1005"/>
            <p:cNvSpPr/>
            <p:nvPr/>
          </p:nvSpPr>
          <p:spPr>
            <a:xfrm>
              <a:off x="5980588" y="3309531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t1006"/>
            <p:cNvSpPr/>
            <p:nvPr/>
          </p:nvSpPr>
          <p:spPr>
            <a:xfrm>
              <a:off x="6091601" y="3777825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pt1007"/>
            <p:cNvSpPr/>
            <p:nvPr/>
          </p:nvSpPr>
          <p:spPr>
            <a:xfrm>
              <a:off x="6202534" y="5008886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" name="pt1008"/>
            <p:cNvSpPr/>
            <p:nvPr/>
          </p:nvSpPr>
          <p:spPr>
            <a:xfrm>
              <a:off x="5856697" y="5522467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pt1009"/>
            <p:cNvSpPr/>
            <p:nvPr/>
          </p:nvSpPr>
          <p:spPr>
            <a:xfrm>
              <a:off x="5975841" y="4816968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t1010"/>
            <p:cNvSpPr/>
            <p:nvPr/>
          </p:nvSpPr>
          <p:spPr>
            <a:xfrm>
              <a:off x="6081961" y="2757573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t1011"/>
            <p:cNvSpPr/>
            <p:nvPr/>
          </p:nvSpPr>
          <p:spPr>
            <a:xfrm>
              <a:off x="6198923" y="4372267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t1012"/>
            <p:cNvSpPr/>
            <p:nvPr/>
          </p:nvSpPr>
          <p:spPr>
            <a:xfrm>
              <a:off x="5855003" y="5371302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t1013"/>
            <p:cNvSpPr/>
            <p:nvPr/>
          </p:nvSpPr>
          <p:spPr>
            <a:xfrm>
              <a:off x="5971536" y="4414177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t1014"/>
            <p:cNvSpPr/>
            <p:nvPr/>
          </p:nvSpPr>
          <p:spPr>
            <a:xfrm>
              <a:off x="6091886" y="2758496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t1015"/>
            <p:cNvSpPr/>
            <p:nvPr/>
          </p:nvSpPr>
          <p:spPr>
            <a:xfrm>
              <a:off x="6200186" y="4627096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t1016"/>
            <p:cNvSpPr/>
            <p:nvPr/>
          </p:nvSpPr>
          <p:spPr>
            <a:xfrm>
              <a:off x="5854257" y="5258960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t1017"/>
            <p:cNvSpPr/>
            <p:nvPr/>
          </p:nvSpPr>
          <p:spPr>
            <a:xfrm>
              <a:off x="5965467" y="3688888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t1018"/>
            <p:cNvSpPr/>
            <p:nvPr/>
          </p:nvSpPr>
          <p:spPr>
            <a:xfrm>
              <a:off x="6086495" y="3563329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t1019"/>
            <p:cNvSpPr/>
            <p:nvPr/>
          </p:nvSpPr>
          <p:spPr>
            <a:xfrm>
              <a:off x="6204596" y="4973389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t1020"/>
            <p:cNvSpPr/>
            <p:nvPr/>
          </p:nvSpPr>
          <p:spPr>
            <a:xfrm>
              <a:off x="5867051" y="5535532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t1021"/>
            <p:cNvSpPr/>
            <p:nvPr/>
          </p:nvSpPr>
          <p:spPr>
            <a:xfrm>
              <a:off x="5967142" y="4782952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t1022"/>
            <p:cNvSpPr/>
            <p:nvPr/>
          </p:nvSpPr>
          <p:spPr>
            <a:xfrm>
              <a:off x="6096643" y="2694850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t1023"/>
            <p:cNvSpPr/>
            <p:nvPr/>
          </p:nvSpPr>
          <p:spPr>
            <a:xfrm>
              <a:off x="6195215" y="4501760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t1024"/>
            <p:cNvSpPr/>
            <p:nvPr/>
          </p:nvSpPr>
          <p:spPr>
            <a:xfrm>
              <a:off x="5859133" y="5400307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t1025"/>
            <p:cNvSpPr/>
            <p:nvPr/>
          </p:nvSpPr>
          <p:spPr>
            <a:xfrm>
              <a:off x="5970911" y="4692134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t1026"/>
            <p:cNvSpPr/>
            <p:nvPr/>
          </p:nvSpPr>
          <p:spPr>
            <a:xfrm>
              <a:off x="6084781" y="2524634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t1027"/>
            <p:cNvSpPr/>
            <p:nvPr/>
          </p:nvSpPr>
          <p:spPr>
            <a:xfrm>
              <a:off x="6198625" y="4590366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t1028"/>
            <p:cNvSpPr/>
            <p:nvPr/>
          </p:nvSpPr>
          <p:spPr>
            <a:xfrm>
              <a:off x="5864579" y="5495086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t1029"/>
            <p:cNvSpPr/>
            <p:nvPr/>
          </p:nvSpPr>
          <p:spPr>
            <a:xfrm>
              <a:off x="5970733" y="4726692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t1030"/>
            <p:cNvSpPr/>
            <p:nvPr/>
          </p:nvSpPr>
          <p:spPr>
            <a:xfrm>
              <a:off x="6097722" y="2634182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pt1031"/>
            <p:cNvSpPr/>
            <p:nvPr/>
          </p:nvSpPr>
          <p:spPr>
            <a:xfrm>
              <a:off x="6204365" y="4626766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pt1032"/>
            <p:cNvSpPr/>
            <p:nvPr/>
          </p:nvSpPr>
          <p:spPr>
            <a:xfrm>
              <a:off x="5864517" y="5195297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t1033"/>
            <p:cNvSpPr/>
            <p:nvPr/>
          </p:nvSpPr>
          <p:spPr>
            <a:xfrm>
              <a:off x="5971075" y="3928784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t1034"/>
            <p:cNvSpPr/>
            <p:nvPr/>
          </p:nvSpPr>
          <p:spPr>
            <a:xfrm>
              <a:off x="6084378" y="3364634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pt1035"/>
            <p:cNvSpPr/>
            <p:nvPr/>
          </p:nvSpPr>
          <p:spPr>
            <a:xfrm>
              <a:off x="6200226" y="4726921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pt1036"/>
            <p:cNvSpPr/>
            <p:nvPr/>
          </p:nvSpPr>
          <p:spPr>
            <a:xfrm>
              <a:off x="5285037" y="5137453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" name="pt1037"/>
            <p:cNvSpPr/>
            <p:nvPr/>
          </p:nvSpPr>
          <p:spPr>
            <a:xfrm>
              <a:off x="5388767" y="3257503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t1038"/>
            <p:cNvSpPr/>
            <p:nvPr/>
          </p:nvSpPr>
          <p:spPr>
            <a:xfrm>
              <a:off x="5518284" y="4361389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t1039"/>
            <p:cNvSpPr/>
            <p:nvPr/>
          </p:nvSpPr>
          <p:spPr>
            <a:xfrm>
              <a:off x="5631899" y="4859834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t1040"/>
            <p:cNvSpPr/>
            <p:nvPr/>
          </p:nvSpPr>
          <p:spPr>
            <a:xfrm>
              <a:off x="5277123" y="5254682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t1041"/>
            <p:cNvSpPr/>
            <p:nvPr/>
          </p:nvSpPr>
          <p:spPr>
            <a:xfrm>
              <a:off x="5405565" y="3793947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t1042"/>
            <p:cNvSpPr/>
            <p:nvPr/>
          </p:nvSpPr>
          <p:spPr>
            <a:xfrm>
              <a:off x="5510707" y="3411070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pt1043"/>
            <p:cNvSpPr/>
            <p:nvPr/>
          </p:nvSpPr>
          <p:spPr>
            <a:xfrm>
              <a:off x="5621555" y="4959439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pt1044"/>
            <p:cNvSpPr/>
            <p:nvPr/>
          </p:nvSpPr>
          <p:spPr>
            <a:xfrm>
              <a:off x="5271859" y="5433797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pt1045"/>
            <p:cNvSpPr/>
            <p:nvPr/>
          </p:nvSpPr>
          <p:spPr>
            <a:xfrm>
              <a:off x="5397979" y="4652639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pt1046"/>
            <p:cNvSpPr/>
            <p:nvPr/>
          </p:nvSpPr>
          <p:spPr>
            <a:xfrm>
              <a:off x="5504150" y="3093801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" name="pt1047"/>
            <p:cNvSpPr/>
            <p:nvPr/>
          </p:nvSpPr>
          <p:spPr>
            <a:xfrm>
              <a:off x="5619158" y="4353624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" name="pt1048"/>
            <p:cNvSpPr/>
            <p:nvPr/>
          </p:nvSpPr>
          <p:spPr>
            <a:xfrm>
              <a:off x="5286768" y="5217312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" name="pt1049"/>
            <p:cNvSpPr/>
            <p:nvPr/>
          </p:nvSpPr>
          <p:spPr>
            <a:xfrm>
              <a:off x="5393223" y="3860691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" name="pt1050"/>
            <p:cNvSpPr/>
            <p:nvPr/>
          </p:nvSpPr>
          <p:spPr>
            <a:xfrm>
              <a:off x="5506818" y="3943410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" name="pt1051"/>
            <p:cNvSpPr/>
            <p:nvPr/>
          </p:nvSpPr>
          <p:spPr>
            <a:xfrm>
              <a:off x="5631855" y="4375882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" name="pt1052"/>
            <p:cNvSpPr/>
            <p:nvPr/>
          </p:nvSpPr>
          <p:spPr>
            <a:xfrm>
              <a:off x="6429630" y="5371938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" name="pt1053"/>
            <p:cNvSpPr/>
            <p:nvPr/>
          </p:nvSpPr>
          <p:spPr>
            <a:xfrm>
              <a:off x="6558409" y="5260555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" name="pt1054"/>
            <p:cNvSpPr/>
            <p:nvPr/>
          </p:nvSpPr>
          <p:spPr>
            <a:xfrm>
              <a:off x="6662136" y="2141067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" name="pt1055"/>
            <p:cNvSpPr/>
            <p:nvPr/>
          </p:nvSpPr>
          <p:spPr>
            <a:xfrm>
              <a:off x="6777220" y="4594128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" name="pt1056"/>
            <p:cNvSpPr/>
            <p:nvPr/>
          </p:nvSpPr>
          <p:spPr>
            <a:xfrm>
              <a:off x="6426275" y="5243703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" name="pt1057"/>
            <p:cNvSpPr/>
            <p:nvPr/>
          </p:nvSpPr>
          <p:spPr>
            <a:xfrm>
              <a:off x="6552772" y="4995447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" name="pt1058"/>
            <p:cNvSpPr/>
            <p:nvPr/>
          </p:nvSpPr>
          <p:spPr>
            <a:xfrm>
              <a:off x="6669968" y="2696908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" name="pt1059"/>
            <p:cNvSpPr/>
            <p:nvPr/>
          </p:nvSpPr>
          <p:spPr>
            <a:xfrm>
              <a:off x="6784065" y="4467258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" name="pt1060"/>
            <p:cNvSpPr/>
            <p:nvPr/>
          </p:nvSpPr>
          <p:spPr>
            <a:xfrm>
              <a:off x="6425924" y="5336231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" name="pt1061"/>
            <p:cNvSpPr/>
            <p:nvPr/>
          </p:nvSpPr>
          <p:spPr>
            <a:xfrm>
              <a:off x="6555776" y="4914138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" name="pt1062"/>
            <p:cNvSpPr/>
            <p:nvPr/>
          </p:nvSpPr>
          <p:spPr>
            <a:xfrm>
              <a:off x="6665551" y="2828253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" name="pt1063"/>
            <p:cNvSpPr/>
            <p:nvPr/>
          </p:nvSpPr>
          <p:spPr>
            <a:xfrm>
              <a:off x="6782957" y="4163919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" name="pt1064"/>
            <p:cNvSpPr/>
            <p:nvPr/>
          </p:nvSpPr>
          <p:spPr>
            <a:xfrm>
              <a:off x="6436627" y="5438543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" name="pt1065"/>
            <p:cNvSpPr/>
            <p:nvPr/>
          </p:nvSpPr>
          <p:spPr>
            <a:xfrm>
              <a:off x="6553915" y="5297002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" name="pt1066"/>
            <p:cNvSpPr/>
            <p:nvPr/>
          </p:nvSpPr>
          <p:spPr>
            <a:xfrm>
              <a:off x="6671310" y="2526542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" name="pt1067"/>
            <p:cNvSpPr/>
            <p:nvPr/>
          </p:nvSpPr>
          <p:spPr>
            <a:xfrm>
              <a:off x="6787356" y="4324545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" name="pt1068"/>
            <p:cNvSpPr/>
            <p:nvPr/>
          </p:nvSpPr>
          <p:spPr>
            <a:xfrm>
              <a:off x="6432168" y="4669188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" name="pt1069"/>
            <p:cNvSpPr/>
            <p:nvPr/>
          </p:nvSpPr>
          <p:spPr>
            <a:xfrm>
              <a:off x="6558457" y="3794226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" name="pt1070"/>
            <p:cNvSpPr/>
            <p:nvPr/>
          </p:nvSpPr>
          <p:spPr>
            <a:xfrm>
              <a:off x="6674019" y="3858836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" name="pt1071"/>
            <p:cNvSpPr/>
            <p:nvPr/>
          </p:nvSpPr>
          <p:spPr>
            <a:xfrm>
              <a:off x="6780533" y="4986956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" name="pt1072"/>
            <p:cNvSpPr/>
            <p:nvPr/>
          </p:nvSpPr>
          <p:spPr>
            <a:xfrm>
              <a:off x="6435220" y="5141620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" name="pt1073"/>
            <p:cNvSpPr/>
            <p:nvPr/>
          </p:nvSpPr>
          <p:spPr>
            <a:xfrm>
              <a:off x="6559233" y="4536397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" name="pt1074"/>
            <p:cNvSpPr/>
            <p:nvPr/>
          </p:nvSpPr>
          <p:spPr>
            <a:xfrm>
              <a:off x="6660846" y="3189969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" name="pt1075"/>
            <p:cNvSpPr/>
            <p:nvPr/>
          </p:nvSpPr>
          <p:spPr>
            <a:xfrm>
              <a:off x="6772270" y="4431668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" name="pt1076"/>
            <p:cNvSpPr/>
            <p:nvPr/>
          </p:nvSpPr>
          <p:spPr>
            <a:xfrm>
              <a:off x="6435428" y="5002267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" name="pt1077"/>
            <p:cNvSpPr/>
            <p:nvPr/>
          </p:nvSpPr>
          <p:spPr>
            <a:xfrm>
              <a:off x="6558257" y="4666402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" name="pt1078"/>
            <p:cNvSpPr/>
            <p:nvPr/>
          </p:nvSpPr>
          <p:spPr>
            <a:xfrm>
              <a:off x="6660692" y="3103675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" name="pt1079"/>
            <p:cNvSpPr/>
            <p:nvPr/>
          </p:nvSpPr>
          <p:spPr>
            <a:xfrm>
              <a:off x="6786874" y="4384576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pt1080"/>
            <p:cNvSpPr/>
            <p:nvPr/>
          </p:nvSpPr>
          <p:spPr>
            <a:xfrm>
              <a:off x="6439870" y="4787322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" name="pt1081"/>
            <p:cNvSpPr/>
            <p:nvPr/>
          </p:nvSpPr>
          <p:spPr>
            <a:xfrm>
              <a:off x="6546191" y="3834550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pt1082"/>
            <p:cNvSpPr/>
            <p:nvPr/>
          </p:nvSpPr>
          <p:spPr>
            <a:xfrm>
              <a:off x="6663068" y="3885093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" name="pt1083"/>
            <p:cNvSpPr/>
            <p:nvPr/>
          </p:nvSpPr>
          <p:spPr>
            <a:xfrm>
              <a:off x="6787480" y="4884652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pt1084"/>
            <p:cNvSpPr/>
            <p:nvPr/>
          </p:nvSpPr>
          <p:spPr>
            <a:xfrm>
              <a:off x="6439475" y="4979573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" name="pt1085"/>
            <p:cNvSpPr/>
            <p:nvPr/>
          </p:nvSpPr>
          <p:spPr>
            <a:xfrm>
              <a:off x="6554666" y="4405107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pt1086"/>
            <p:cNvSpPr/>
            <p:nvPr/>
          </p:nvSpPr>
          <p:spPr>
            <a:xfrm>
              <a:off x="6667258" y="2872542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pt1087"/>
            <p:cNvSpPr/>
            <p:nvPr/>
          </p:nvSpPr>
          <p:spPr>
            <a:xfrm>
              <a:off x="6778439" y="5186826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pt1088"/>
            <p:cNvSpPr/>
            <p:nvPr/>
          </p:nvSpPr>
          <p:spPr>
            <a:xfrm>
              <a:off x="6433664" y="5327859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" name="pt1089"/>
            <p:cNvSpPr/>
            <p:nvPr/>
          </p:nvSpPr>
          <p:spPr>
            <a:xfrm>
              <a:off x="6555818" y="5038873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pt1090"/>
            <p:cNvSpPr/>
            <p:nvPr/>
          </p:nvSpPr>
          <p:spPr>
            <a:xfrm>
              <a:off x="6668699" y="2633110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pt1091"/>
            <p:cNvSpPr/>
            <p:nvPr/>
          </p:nvSpPr>
          <p:spPr>
            <a:xfrm>
              <a:off x="6782341" y="4312428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pt1092"/>
            <p:cNvSpPr/>
            <p:nvPr/>
          </p:nvSpPr>
          <p:spPr>
            <a:xfrm>
              <a:off x="6444707" y="4823344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pt1093"/>
            <p:cNvSpPr/>
            <p:nvPr/>
          </p:nvSpPr>
          <p:spPr>
            <a:xfrm>
              <a:off x="6547417" y="3911156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pt1094"/>
            <p:cNvSpPr/>
            <p:nvPr/>
          </p:nvSpPr>
          <p:spPr>
            <a:xfrm>
              <a:off x="6659704" y="3751959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pt1095"/>
            <p:cNvSpPr/>
            <p:nvPr/>
          </p:nvSpPr>
          <p:spPr>
            <a:xfrm>
              <a:off x="6787302" y="4814267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t1096"/>
            <p:cNvSpPr/>
            <p:nvPr/>
          </p:nvSpPr>
          <p:spPr>
            <a:xfrm>
              <a:off x="6433025" y="4954915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t1097"/>
            <p:cNvSpPr/>
            <p:nvPr/>
          </p:nvSpPr>
          <p:spPr>
            <a:xfrm>
              <a:off x="6550913" y="4541197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pt1098"/>
            <p:cNvSpPr/>
            <p:nvPr/>
          </p:nvSpPr>
          <p:spPr>
            <a:xfrm>
              <a:off x="6659264" y="2801008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pt1099"/>
            <p:cNvSpPr/>
            <p:nvPr/>
          </p:nvSpPr>
          <p:spPr>
            <a:xfrm>
              <a:off x="6785256" y="4984097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t1100"/>
            <p:cNvSpPr/>
            <p:nvPr/>
          </p:nvSpPr>
          <p:spPr>
            <a:xfrm>
              <a:off x="6428905" y="5274490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pt1101"/>
            <p:cNvSpPr/>
            <p:nvPr/>
          </p:nvSpPr>
          <p:spPr>
            <a:xfrm>
              <a:off x="6556906" y="5187156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pt1102"/>
            <p:cNvSpPr/>
            <p:nvPr/>
          </p:nvSpPr>
          <p:spPr>
            <a:xfrm>
              <a:off x="6662119" y="1996963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" name="pt1103"/>
            <p:cNvSpPr/>
            <p:nvPr/>
          </p:nvSpPr>
          <p:spPr>
            <a:xfrm>
              <a:off x="6780174" y="4829870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pt1104"/>
            <p:cNvSpPr/>
            <p:nvPr/>
          </p:nvSpPr>
          <p:spPr>
            <a:xfrm>
              <a:off x="6443147" y="4733257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" name="pt1105"/>
            <p:cNvSpPr/>
            <p:nvPr/>
          </p:nvSpPr>
          <p:spPr>
            <a:xfrm>
              <a:off x="6549005" y="4614117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pt1106"/>
            <p:cNvSpPr/>
            <p:nvPr/>
          </p:nvSpPr>
          <p:spPr>
            <a:xfrm>
              <a:off x="6656890" y="3113978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" name="pt1107"/>
            <p:cNvSpPr/>
            <p:nvPr/>
          </p:nvSpPr>
          <p:spPr>
            <a:xfrm>
              <a:off x="6774568" y="4870377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pt1108"/>
            <p:cNvSpPr/>
            <p:nvPr/>
          </p:nvSpPr>
          <p:spPr>
            <a:xfrm>
              <a:off x="6434067" y="5202313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" name="pt1109"/>
            <p:cNvSpPr/>
            <p:nvPr/>
          </p:nvSpPr>
          <p:spPr>
            <a:xfrm>
              <a:off x="6554533" y="5003247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pt1110"/>
            <p:cNvSpPr/>
            <p:nvPr/>
          </p:nvSpPr>
          <p:spPr>
            <a:xfrm>
              <a:off x="6674119" y="2627591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" name="pt1111"/>
            <p:cNvSpPr/>
            <p:nvPr/>
          </p:nvSpPr>
          <p:spPr>
            <a:xfrm>
              <a:off x="6776621" y="4486596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pt1112"/>
            <p:cNvSpPr/>
            <p:nvPr/>
          </p:nvSpPr>
          <p:spPr>
            <a:xfrm>
              <a:off x="6440791" y="5296272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pt1113"/>
            <p:cNvSpPr/>
            <p:nvPr/>
          </p:nvSpPr>
          <p:spPr>
            <a:xfrm>
              <a:off x="6548865" y="4936863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pt1114"/>
            <p:cNvSpPr/>
            <p:nvPr/>
          </p:nvSpPr>
          <p:spPr>
            <a:xfrm>
              <a:off x="6656912" y="2808400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pt1115"/>
            <p:cNvSpPr/>
            <p:nvPr/>
          </p:nvSpPr>
          <p:spPr>
            <a:xfrm>
              <a:off x="6775161" y="4385152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pt1116"/>
            <p:cNvSpPr/>
            <p:nvPr/>
          </p:nvSpPr>
          <p:spPr>
            <a:xfrm>
              <a:off x="6439743" y="4935836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pt1117"/>
            <p:cNvSpPr/>
            <p:nvPr/>
          </p:nvSpPr>
          <p:spPr>
            <a:xfrm>
              <a:off x="6552254" y="4172378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pt1118"/>
            <p:cNvSpPr/>
            <p:nvPr/>
          </p:nvSpPr>
          <p:spPr>
            <a:xfrm>
              <a:off x="6663094" y="3473161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t1119"/>
            <p:cNvSpPr/>
            <p:nvPr/>
          </p:nvSpPr>
          <p:spPr>
            <a:xfrm>
              <a:off x="6785625" y="4707163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t1120"/>
            <p:cNvSpPr/>
            <p:nvPr/>
          </p:nvSpPr>
          <p:spPr>
            <a:xfrm>
              <a:off x="6430861" y="5394500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t1121"/>
            <p:cNvSpPr/>
            <p:nvPr/>
          </p:nvSpPr>
          <p:spPr>
            <a:xfrm>
              <a:off x="6559658" y="5110179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t1122"/>
            <p:cNvSpPr/>
            <p:nvPr/>
          </p:nvSpPr>
          <p:spPr>
            <a:xfrm>
              <a:off x="6668622" y="2107907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t1123"/>
            <p:cNvSpPr/>
            <p:nvPr/>
          </p:nvSpPr>
          <p:spPr>
            <a:xfrm>
              <a:off x="6780789" y="4683412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t1124"/>
            <p:cNvSpPr/>
            <p:nvPr/>
          </p:nvSpPr>
          <p:spPr>
            <a:xfrm>
              <a:off x="6442501" y="5038857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t1125"/>
            <p:cNvSpPr/>
            <p:nvPr/>
          </p:nvSpPr>
          <p:spPr>
            <a:xfrm>
              <a:off x="6555921" y="4744592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t1126"/>
            <p:cNvSpPr/>
            <p:nvPr/>
          </p:nvSpPr>
          <p:spPr>
            <a:xfrm>
              <a:off x="6667292" y="2876976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t1127"/>
            <p:cNvSpPr/>
            <p:nvPr/>
          </p:nvSpPr>
          <p:spPr>
            <a:xfrm>
              <a:off x="6773037" y="4477183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t1128"/>
            <p:cNvSpPr/>
            <p:nvPr/>
          </p:nvSpPr>
          <p:spPr>
            <a:xfrm>
              <a:off x="6438472" y="3953041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t1129"/>
            <p:cNvSpPr/>
            <p:nvPr/>
          </p:nvSpPr>
          <p:spPr>
            <a:xfrm>
              <a:off x="6549148" y="3223618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t1130"/>
            <p:cNvSpPr/>
            <p:nvPr/>
          </p:nvSpPr>
          <p:spPr>
            <a:xfrm>
              <a:off x="6662750" y="5067510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t1131"/>
            <p:cNvSpPr/>
            <p:nvPr/>
          </p:nvSpPr>
          <p:spPr>
            <a:xfrm>
              <a:off x="6783239" y="5168558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t1132"/>
            <p:cNvSpPr/>
            <p:nvPr/>
          </p:nvSpPr>
          <p:spPr>
            <a:xfrm>
              <a:off x="6438160" y="5207498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t1133"/>
            <p:cNvSpPr/>
            <p:nvPr/>
          </p:nvSpPr>
          <p:spPr>
            <a:xfrm>
              <a:off x="6551820" y="4817499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t1134"/>
            <p:cNvSpPr/>
            <p:nvPr/>
          </p:nvSpPr>
          <p:spPr>
            <a:xfrm>
              <a:off x="6668900" y="2878607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t1135"/>
            <p:cNvSpPr/>
            <p:nvPr/>
          </p:nvSpPr>
          <p:spPr>
            <a:xfrm>
              <a:off x="6789409" y="4234798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t1136"/>
            <p:cNvSpPr/>
            <p:nvPr/>
          </p:nvSpPr>
          <p:spPr>
            <a:xfrm>
              <a:off x="6430607" y="4118908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t1137"/>
            <p:cNvSpPr/>
            <p:nvPr/>
          </p:nvSpPr>
          <p:spPr>
            <a:xfrm>
              <a:off x="6554119" y="3688354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t1138"/>
            <p:cNvSpPr/>
            <p:nvPr/>
          </p:nvSpPr>
          <p:spPr>
            <a:xfrm>
              <a:off x="6661183" y="4505749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pt1139"/>
            <p:cNvSpPr/>
            <p:nvPr/>
          </p:nvSpPr>
          <p:spPr>
            <a:xfrm>
              <a:off x="6773203" y="5181661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" name="pt1140"/>
            <p:cNvSpPr/>
            <p:nvPr/>
          </p:nvSpPr>
          <p:spPr>
            <a:xfrm>
              <a:off x="6443809" y="5457619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" name="pt1141"/>
            <p:cNvSpPr/>
            <p:nvPr/>
          </p:nvSpPr>
          <p:spPr>
            <a:xfrm>
              <a:off x="6554895" y="5293526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" name="pt1142"/>
            <p:cNvSpPr/>
            <p:nvPr/>
          </p:nvSpPr>
          <p:spPr>
            <a:xfrm>
              <a:off x="6672470" y="1978690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" name="pt1143"/>
            <p:cNvSpPr/>
            <p:nvPr/>
          </p:nvSpPr>
          <p:spPr>
            <a:xfrm>
              <a:off x="6778842" y="4697437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t1144"/>
            <p:cNvSpPr/>
            <p:nvPr/>
          </p:nvSpPr>
          <p:spPr>
            <a:xfrm>
              <a:off x="6434700" y="5461926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t1145"/>
            <p:cNvSpPr/>
            <p:nvPr/>
          </p:nvSpPr>
          <p:spPr>
            <a:xfrm>
              <a:off x="6554505" y="5219984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t1146"/>
            <p:cNvSpPr/>
            <p:nvPr/>
          </p:nvSpPr>
          <p:spPr>
            <a:xfrm>
              <a:off x="6665963" y="1848407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t1147"/>
            <p:cNvSpPr/>
            <p:nvPr/>
          </p:nvSpPr>
          <p:spPr>
            <a:xfrm>
              <a:off x="6775749" y="4794000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t1148"/>
            <p:cNvSpPr/>
            <p:nvPr/>
          </p:nvSpPr>
          <p:spPr>
            <a:xfrm>
              <a:off x="6442587" y="4655078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t1149"/>
            <p:cNvSpPr/>
            <p:nvPr/>
          </p:nvSpPr>
          <p:spPr>
            <a:xfrm>
              <a:off x="6546688" y="3632910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t1150"/>
            <p:cNvSpPr/>
            <p:nvPr/>
          </p:nvSpPr>
          <p:spPr>
            <a:xfrm>
              <a:off x="6659555" y="3857452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t1151"/>
            <p:cNvSpPr/>
            <p:nvPr/>
          </p:nvSpPr>
          <p:spPr>
            <a:xfrm>
              <a:off x="6784847" y="4929713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t1152"/>
            <p:cNvSpPr/>
            <p:nvPr/>
          </p:nvSpPr>
          <p:spPr>
            <a:xfrm>
              <a:off x="6435141" y="4875352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t1153"/>
            <p:cNvSpPr/>
            <p:nvPr/>
          </p:nvSpPr>
          <p:spPr>
            <a:xfrm>
              <a:off x="6542781" y="4248759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t1154"/>
            <p:cNvSpPr/>
            <p:nvPr/>
          </p:nvSpPr>
          <p:spPr>
            <a:xfrm>
              <a:off x="6674115" y="3527518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t1155"/>
            <p:cNvSpPr/>
            <p:nvPr/>
          </p:nvSpPr>
          <p:spPr>
            <a:xfrm>
              <a:off x="6790597" y="4675973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t1156"/>
            <p:cNvSpPr/>
            <p:nvPr/>
          </p:nvSpPr>
          <p:spPr>
            <a:xfrm>
              <a:off x="6436906" y="5098591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t1157"/>
            <p:cNvSpPr/>
            <p:nvPr/>
          </p:nvSpPr>
          <p:spPr>
            <a:xfrm>
              <a:off x="6548456" y="4664097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pt1158"/>
            <p:cNvSpPr/>
            <p:nvPr/>
          </p:nvSpPr>
          <p:spPr>
            <a:xfrm>
              <a:off x="6661985" y="3028284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" name="pt1159"/>
            <p:cNvSpPr/>
            <p:nvPr/>
          </p:nvSpPr>
          <p:spPr>
            <a:xfrm>
              <a:off x="6785288" y="4520055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pt1160"/>
            <p:cNvSpPr/>
            <p:nvPr/>
          </p:nvSpPr>
          <p:spPr>
            <a:xfrm>
              <a:off x="6428400" y="5348867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" name="pt1161"/>
            <p:cNvSpPr/>
            <p:nvPr/>
          </p:nvSpPr>
          <p:spPr>
            <a:xfrm>
              <a:off x="6549182" y="4859423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pt1162"/>
            <p:cNvSpPr/>
            <p:nvPr/>
          </p:nvSpPr>
          <p:spPr>
            <a:xfrm>
              <a:off x="6659848" y="2729030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" name="pt1163"/>
            <p:cNvSpPr/>
            <p:nvPr/>
          </p:nvSpPr>
          <p:spPr>
            <a:xfrm>
              <a:off x="6780742" y="4460656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pt1164"/>
            <p:cNvSpPr/>
            <p:nvPr/>
          </p:nvSpPr>
          <p:spPr>
            <a:xfrm>
              <a:off x="6433658" y="5376104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pt1165"/>
            <p:cNvSpPr/>
            <p:nvPr/>
          </p:nvSpPr>
          <p:spPr>
            <a:xfrm>
              <a:off x="6542801" y="4844723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t1166"/>
            <p:cNvSpPr/>
            <p:nvPr/>
          </p:nvSpPr>
          <p:spPr>
            <a:xfrm>
              <a:off x="6668810" y="2720037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t1167"/>
            <p:cNvSpPr/>
            <p:nvPr/>
          </p:nvSpPr>
          <p:spPr>
            <a:xfrm>
              <a:off x="6772588" y="4500681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t1168"/>
            <p:cNvSpPr/>
            <p:nvPr/>
          </p:nvSpPr>
          <p:spPr>
            <a:xfrm>
              <a:off x="6430408" y="4432616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pt1169"/>
            <p:cNvSpPr/>
            <p:nvPr/>
          </p:nvSpPr>
          <p:spPr>
            <a:xfrm>
              <a:off x="6550893" y="3125465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pt1170"/>
            <p:cNvSpPr/>
            <p:nvPr/>
          </p:nvSpPr>
          <p:spPr>
            <a:xfrm>
              <a:off x="6665744" y="4864575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t1171"/>
            <p:cNvSpPr/>
            <p:nvPr/>
          </p:nvSpPr>
          <p:spPr>
            <a:xfrm>
              <a:off x="6779202" y="4938958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pt1172"/>
            <p:cNvSpPr/>
            <p:nvPr/>
          </p:nvSpPr>
          <p:spPr>
            <a:xfrm>
              <a:off x="6429448" y="4910922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t1173"/>
            <p:cNvSpPr/>
            <p:nvPr/>
          </p:nvSpPr>
          <p:spPr>
            <a:xfrm>
              <a:off x="6555311" y="2778617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t1174"/>
            <p:cNvSpPr/>
            <p:nvPr/>
          </p:nvSpPr>
          <p:spPr>
            <a:xfrm>
              <a:off x="6674078" y="4432548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pt1175"/>
            <p:cNvSpPr/>
            <p:nvPr/>
          </p:nvSpPr>
          <p:spPr>
            <a:xfrm>
              <a:off x="6785041" y="5349104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t1176"/>
            <p:cNvSpPr/>
            <p:nvPr/>
          </p:nvSpPr>
          <p:spPr>
            <a:xfrm>
              <a:off x="6441902" y="5353707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pt1177"/>
            <p:cNvSpPr/>
            <p:nvPr/>
          </p:nvSpPr>
          <p:spPr>
            <a:xfrm>
              <a:off x="6549620" y="4936552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pt1178"/>
            <p:cNvSpPr/>
            <p:nvPr/>
          </p:nvSpPr>
          <p:spPr>
            <a:xfrm>
              <a:off x="6674566" y="2674866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" name="pt1179"/>
            <p:cNvSpPr/>
            <p:nvPr/>
          </p:nvSpPr>
          <p:spPr>
            <a:xfrm>
              <a:off x="6783894" y="4383085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t1180"/>
            <p:cNvSpPr/>
            <p:nvPr/>
          </p:nvSpPr>
          <p:spPr>
            <a:xfrm>
              <a:off x="7018438" y="5432140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t1181"/>
            <p:cNvSpPr/>
            <p:nvPr/>
          </p:nvSpPr>
          <p:spPr>
            <a:xfrm>
              <a:off x="7120579" y="5189009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pt1182"/>
            <p:cNvSpPr/>
            <p:nvPr/>
          </p:nvSpPr>
          <p:spPr>
            <a:xfrm>
              <a:off x="7243051" y="2334902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" name="pt1183"/>
            <p:cNvSpPr/>
            <p:nvPr/>
          </p:nvSpPr>
          <p:spPr>
            <a:xfrm>
              <a:off x="7359774" y="4324250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" name="pt1184"/>
            <p:cNvSpPr/>
            <p:nvPr/>
          </p:nvSpPr>
          <p:spPr>
            <a:xfrm>
              <a:off x="7007322" y="5165663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" name="pt1185"/>
            <p:cNvSpPr/>
            <p:nvPr/>
          </p:nvSpPr>
          <p:spPr>
            <a:xfrm>
              <a:off x="7130862" y="2769223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t1186"/>
            <p:cNvSpPr/>
            <p:nvPr/>
          </p:nvSpPr>
          <p:spPr>
            <a:xfrm>
              <a:off x="7249543" y="4714756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t1187"/>
            <p:cNvSpPr/>
            <p:nvPr/>
          </p:nvSpPr>
          <p:spPr>
            <a:xfrm>
              <a:off x="7356726" y="4713825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pt1188"/>
            <p:cNvSpPr/>
            <p:nvPr/>
          </p:nvSpPr>
          <p:spPr>
            <a:xfrm>
              <a:off x="7007198" y="5424910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pt1189"/>
            <p:cNvSpPr/>
            <p:nvPr/>
          </p:nvSpPr>
          <p:spPr>
            <a:xfrm>
              <a:off x="7131182" y="5373021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" name="pt1190"/>
            <p:cNvSpPr/>
            <p:nvPr/>
          </p:nvSpPr>
          <p:spPr>
            <a:xfrm>
              <a:off x="7244999" y="2284281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" name="pt1191"/>
            <p:cNvSpPr/>
            <p:nvPr/>
          </p:nvSpPr>
          <p:spPr>
            <a:xfrm>
              <a:off x="7350473" y="4335000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" name="pt1192"/>
            <p:cNvSpPr/>
            <p:nvPr/>
          </p:nvSpPr>
          <p:spPr>
            <a:xfrm>
              <a:off x="7021938" y="5412202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" name="pt1193"/>
            <p:cNvSpPr/>
            <p:nvPr/>
          </p:nvSpPr>
          <p:spPr>
            <a:xfrm>
              <a:off x="7127343" y="5170430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t1194"/>
            <p:cNvSpPr/>
            <p:nvPr/>
          </p:nvSpPr>
          <p:spPr>
            <a:xfrm>
              <a:off x="7244200" y="2522061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t1195"/>
            <p:cNvSpPr/>
            <p:nvPr/>
          </p:nvSpPr>
          <p:spPr>
            <a:xfrm>
              <a:off x="7362306" y="4179672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pt1196"/>
            <p:cNvSpPr/>
            <p:nvPr/>
          </p:nvSpPr>
          <p:spPr>
            <a:xfrm>
              <a:off x="7004888" y="5488783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pt1197"/>
            <p:cNvSpPr/>
            <p:nvPr/>
          </p:nvSpPr>
          <p:spPr>
            <a:xfrm>
              <a:off x="7135564" y="5212887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" name="pt1198"/>
            <p:cNvSpPr/>
            <p:nvPr/>
          </p:nvSpPr>
          <p:spPr>
            <a:xfrm>
              <a:off x="7241889" y="2694483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" name="pt1199"/>
            <p:cNvSpPr/>
            <p:nvPr/>
          </p:nvSpPr>
          <p:spPr>
            <a:xfrm>
              <a:off x="7364383" y="3826720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" name="pt1200"/>
            <p:cNvSpPr/>
            <p:nvPr/>
          </p:nvSpPr>
          <p:spPr>
            <a:xfrm>
              <a:off x="7018338" y="5399568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" name="pt1201"/>
            <p:cNvSpPr/>
            <p:nvPr/>
          </p:nvSpPr>
          <p:spPr>
            <a:xfrm>
              <a:off x="7124340" y="5043365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pt1202"/>
            <p:cNvSpPr/>
            <p:nvPr/>
          </p:nvSpPr>
          <p:spPr>
            <a:xfrm>
              <a:off x="7239341" y="3676075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t1203"/>
            <p:cNvSpPr/>
            <p:nvPr/>
          </p:nvSpPr>
          <p:spPr>
            <a:xfrm>
              <a:off x="7364119" y="3144853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t1204"/>
            <p:cNvSpPr/>
            <p:nvPr/>
          </p:nvSpPr>
          <p:spPr>
            <a:xfrm>
              <a:off x="7003523" y="5508141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t1205"/>
            <p:cNvSpPr/>
            <p:nvPr/>
          </p:nvSpPr>
          <p:spPr>
            <a:xfrm>
              <a:off x="7135717" y="5173331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pt1206"/>
            <p:cNvSpPr/>
            <p:nvPr/>
          </p:nvSpPr>
          <p:spPr>
            <a:xfrm>
              <a:off x="7244829" y="3198552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" name="pt1207"/>
            <p:cNvSpPr/>
            <p:nvPr/>
          </p:nvSpPr>
          <p:spPr>
            <a:xfrm>
              <a:off x="7354183" y="3521745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" name="pt1208"/>
            <p:cNvSpPr/>
            <p:nvPr/>
          </p:nvSpPr>
          <p:spPr>
            <a:xfrm>
              <a:off x="7012644" y="5388686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pt1209"/>
            <p:cNvSpPr/>
            <p:nvPr/>
          </p:nvSpPr>
          <p:spPr>
            <a:xfrm>
              <a:off x="7118676" y="5339206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" name="pt1210"/>
            <p:cNvSpPr/>
            <p:nvPr/>
          </p:nvSpPr>
          <p:spPr>
            <a:xfrm>
              <a:off x="7252973" y="1986154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" name="pt1211"/>
            <p:cNvSpPr/>
            <p:nvPr/>
          </p:nvSpPr>
          <p:spPr>
            <a:xfrm>
              <a:off x="7350322" y="4575716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" name="pt1212"/>
            <p:cNvSpPr/>
            <p:nvPr/>
          </p:nvSpPr>
          <p:spPr>
            <a:xfrm>
              <a:off x="7588090" y="5371578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" name="pt1213"/>
            <p:cNvSpPr/>
            <p:nvPr/>
          </p:nvSpPr>
          <p:spPr>
            <a:xfrm>
              <a:off x="7714515" y="4848068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" name="pt1214"/>
            <p:cNvSpPr/>
            <p:nvPr/>
          </p:nvSpPr>
          <p:spPr>
            <a:xfrm>
              <a:off x="7815774" y="3488632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" name="pt1215"/>
            <p:cNvSpPr/>
            <p:nvPr/>
          </p:nvSpPr>
          <p:spPr>
            <a:xfrm>
              <a:off x="7931526" y="3463373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" name="pt1216"/>
            <p:cNvSpPr/>
            <p:nvPr/>
          </p:nvSpPr>
          <p:spPr>
            <a:xfrm>
              <a:off x="7594788" y="5362823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" name="pt1217"/>
            <p:cNvSpPr/>
            <p:nvPr/>
          </p:nvSpPr>
          <p:spPr>
            <a:xfrm>
              <a:off x="7701032" y="5220723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" name="pt1218"/>
            <p:cNvSpPr/>
            <p:nvPr/>
          </p:nvSpPr>
          <p:spPr>
            <a:xfrm>
              <a:off x="7812611" y="1941884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" name="pt1219"/>
            <p:cNvSpPr/>
            <p:nvPr/>
          </p:nvSpPr>
          <p:spPr>
            <a:xfrm>
              <a:off x="7934554" y="4775651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" name="pt1220"/>
            <p:cNvSpPr/>
            <p:nvPr/>
          </p:nvSpPr>
          <p:spPr>
            <a:xfrm>
              <a:off x="7582790" y="5442011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" name="pt1221"/>
            <p:cNvSpPr/>
            <p:nvPr/>
          </p:nvSpPr>
          <p:spPr>
            <a:xfrm>
              <a:off x="7697614" y="5074037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" name="pt1222"/>
            <p:cNvSpPr/>
            <p:nvPr/>
          </p:nvSpPr>
          <p:spPr>
            <a:xfrm>
              <a:off x="7819422" y="2697243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" name="pt1223"/>
            <p:cNvSpPr/>
            <p:nvPr/>
          </p:nvSpPr>
          <p:spPr>
            <a:xfrm>
              <a:off x="7937969" y="4064133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" name="pt1224"/>
            <p:cNvSpPr/>
            <p:nvPr/>
          </p:nvSpPr>
          <p:spPr>
            <a:xfrm>
              <a:off x="7580127" y="5508437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" name="pt1225"/>
            <p:cNvSpPr/>
            <p:nvPr/>
          </p:nvSpPr>
          <p:spPr>
            <a:xfrm>
              <a:off x="7714571" y="5137520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" name="pt1226"/>
            <p:cNvSpPr/>
            <p:nvPr/>
          </p:nvSpPr>
          <p:spPr>
            <a:xfrm>
              <a:off x="7813408" y="2668627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" name="pt1227"/>
            <p:cNvSpPr/>
            <p:nvPr/>
          </p:nvSpPr>
          <p:spPr>
            <a:xfrm>
              <a:off x="7935935" y="4255771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" name="pt1228"/>
            <p:cNvSpPr/>
            <p:nvPr/>
          </p:nvSpPr>
          <p:spPr>
            <a:xfrm>
              <a:off x="7581773" y="5437656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" name="pt1229"/>
            <p:cNvSpPr/>
            <p:nvPr/>
          </p:nvSpPr>
          <p:spPr>
            <a:xfrm>
              <a:off x="7710775" y="5267572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" name="pt1230"/>
            <p:cNvSpPr/>
            <p:nvPr/>
          </p:nvSpPr>
          <p:spPr>
            <a:xfrm>
              <a:off x="7826556" y="1876867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" name="pt1231"/>
            <p:cNvSpPr/>
            <p:nvPr/>
          </p:nvSpPr>
          <p:spPr>
            <a:xfrm>
              <a:off x="7928327" y="4785483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" name="pt1232"/>
            <p:cNvSpPr/>
            <p:nvPr/>
          </p:nvSpPr>
          <p:spPr>
            <a:xfrm>
              <a:off x="7585247" y="5421434"/>
              <a:ext cx="49651" cy="49651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000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" name="pt1233"/>
            <p:cNvSpPr/>
            <p:nvPr/>
          </p:nvSpPr>
          <p:spPr>
            <a:xfrm>
              <a:off x="7711691" y="5031702"/>
              <a:ext cx="49651" cy="49651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000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" name="pt1234"/>
            <p:cNvSpPr/>
            <p:nvPr/>
          </p:nvSpPr>
          <p:spPr>
            <a:xfrm>
              <a:off x="7824614" y="3213523"/>
              <a:ext cx="49651" cy="49651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000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" name="pt1235"/>
            <p:cNvSpPr/>
            <p:nvPr/>
          </p:nvSpPr>
          <p:spPr>
            <a:xfrm>
              <a:off x="7935786" y="3703991"/>
              <a:ext cx="49651" cy="49651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000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" name="pl1236"/>
            <p:cNvSpPr/>
            <p:nvPr/>
          </p:nvSpPr>
          <p:spPr>
            <a:xfrm>
              <a:off x="2880937" y="493419"/>
              <a:ext cx="0" cy="5388274"/>
            </a:xfrm>
            <a:custGeom>
              <a:avLst/>
              <a:pathLst>
                <a:path w="0" h="5388274">
                  <a:moveTo>
                    <a:pt x="0" y="538827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2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37" name="pl1237"/>
            <p:cNvSpPr/>
            <p:nvPr/>
          </p:nvSpPr>
          <p:spPr>
            <a:xfrm>
              <a:off x="4035482" y="493419"/>
              <a:ext cx="0" cy="5388274"/>
            </a:xfrm>
            <a:custGeom>
              <a:avLst/>
              <a:pathLst>
                <a:path w="0" h="5388274">
                  <a:moveTo>
                    <a:pt x="0" y="538827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2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38" name="rc1238"/>
            <p:cNvSpPr/>
            <p:nvPr/>
          </p:nvSpPr>
          <p:spPr>
            <a:xfrm>
              <a:off x="514119" y="493419"/>
              <a:ext cx="7619997" cy="5388274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" name="tx1239"/>
            <p:cNvSpPr/>
            <p:nvPr/>
          </p:nvSpPr>
          <p:spPr>
            <a:xfrm>
              <a:off x="233862" y="5502902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240" name="tx1240"/>
            <p:cNvSpPr/>
            <p:nvPr/>
          </p:nvSpPr>
          <p:spPr>
            <a:xfrm>
              <a:off x="233862" y="4319162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241" name="tx1241"/>
            <p:cNvSpPr/>
            <p:nvPr/>
          </p:nvSpPr>
          <p:spPr>
            <a:xfrm>
              <a:off x="233862" y="3135422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242" name="tx1242"/>
            <p:cNvSpPr/>
            <p:nvPr/>
          </p:nvSpPr>
          <p:spPr>
            <a:xfrm>
              <a:off x="233862" y="1951682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243" name="tx1243"/>
            <p:cNvSpPr/>
            <p:nvPr/>
          </p:nvSpPr>
          <p:spPr>
            <a:xfrm>
              <a:off x="233862" y="767942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244" name="pl1244"/>
            <p:cNvSpPr/>
            <p:nvPr/>
          </p:nvSpPr>
          <p:spPr>
            <a:xfrm>
              <a:off x="479325" y="554290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l1245"/>
            <p:cNvSpPr/>
            <p:nvPr/>
          </p:nvSpPr>
          <p:spPr>
            <a:xfrm>
              <a:off x="479325" y="435916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pl1246"/>
            <p:cNvSpPr/>
            <p:nvPr/>
          </p:nvSpPr>
          <p:spPr>
            <a:xfrm>
              <a:off x="479325" y="317542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pl1247"/>
            <p:cNvSpPr/>
            <p:nvPr/>
          </p:nvSpPr>
          <p:spPr>
            <a:xfrm>
              <a:off x="479325" y="199168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" name="pl1248"/>
            <p:cNvSpPr/>
            <p:nvPr/>
          </p:nvSpPr>
          <p:spPr>
            <a:xfrm>
              <a:off x="479325" y="80794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" name="pl1249"/>
            <p:cNvSpPr/>
            <p:nvPr/>
          </p:nvSpPr>
          <p:spPr>
            <a:xfrm>
              <a:off x="860483" y="588169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" name="pl1250"/>
            <p:cNvSpPr/>
            <p:nvPr/>
          </p:nvSpPr>
          <p:spPr>
            <a:xfrm>
              <a:off x="1437755" y="588169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pl1251"/>
            <p:cNvSpPr/>
            <p:nvPr/>
          </p:nvSpPr>
          <p:spPr>
            <a:xfrm>
              <a:off x="2015028" y="588169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l1252"/>
            <p:cNvSpPr/>
            <p:nvPr/>
          </p:nvSpPr>
          <p:spPr>
            <a:xfrm>
              <a:off x="2592301" y="588169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pl1253"/>
            <p:cNvSpPr/>
            <p:nvPr/>
          </p:nvSpPr>
          <p:spPr>
            <a:xfrm>
              <a:off x="3169573" y="588169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" name="pl1254"/>
            <p:cNvSpPr/>
            <p:nvPr/>
          </p:nvSpPr>
          <p:spPr>
            <a:xfrm>
              <a:off x="3746846" y="588169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" name="pl1255"/>
            <p:cNvSpPr/>
            <p:nvPr/>
          </p:nvSpPr>
          <p:spPr>
            <a:xfrm>
              <a:off x="4324118" y="588169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" name="pl1256"/>
            <p:cNvSpPr/>
            <p:nvPr/>
          </p:nvSpPr>
          <p:spPr>
            <a:xfrm>
              <a:off x="4901391" y="588169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" name="pl1257"/>
            <p:cNvSpPr/>
            <p:nvPr/>
          </p:nvSpPr>
          <p:spPr>
            <a:xfrm>
              <a:off x="5478663" y="588169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" name="pl1258"/>
            <p:cNvSpPr/>
            <p:nvPr/>
          </p:nvSpPr>
          <p:spPr>
            <a:xfrm>
              <a:off x="6055936" y="588169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" name="pl1259"/>
            <p:cNvSpPr/>
            <p:nvPr/>
          </p:nvSpPr>
          <p:spPr>
            <a:xfrm>
              <a:off x="6633208" y="588169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l1260"/>
            <p:cNvSpPr/>
            <p:nvPr/>
          </p:nvSpPr>
          <p:spPr>
            <a:xfrm>
              <a:off x="7210481" y="588169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pl1261"/>
            <p:cNvSpPr/>
            <p:nvPr/>
          </p:nvSpPr>
          <p:spPr>
            <a:xfrm>
              <a:off x="7787753" y="588169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" name="tx1262"/>
            <p:cNvSpPr/>
            <p:nvPr/>
          </p:nvSpPr>
          <p:spPr>
            <a:xfrm rot="-2700000">
              <a:off x="469637" y="6106218"/>
              <a:ext cx="484266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Cavalli et al.</a:t>
              </a:r>
            </a:p>
          </p:txBody>
        </p:sp>
        <p:sp>
          <p:nvSpPr>
            <p:cNvPr id="1263" name="tx1263"/>
            <p:cNvSpPr/>
            <p:nvPr/>
          </p:nvSpPr>
          <p:spPr>
            <a:xfrm rot="-2700000">
              <a:off x="364415" y="6245814"/>
              <a:ext cx="687080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Cancer Cell 2017</a:t>
              </a:r>
            </a:p>
          </p:txBody>
        </p:sp>
        <p:sp>
          <p:nvSpPr>
            <p:cNvPr id="1264" name="tx1264"/>
            <p:cNvSpPr/>
            <p:nvPr/>
          </p:nvSpPr>
          <p:spPr>
            <a:xfrm rot="-2700000">
              <a:off x="846043" y="6142330"/>
              <a:ext cx="202356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WNT</a:t>
              </a:r>
            </a:p>
          </p:txBody>
        </p:sp>
        <p:sp>
          <p:nvSpPr>
            <p:cNvPr id="1265" name="tx1265"/>
            <p:cNvSpPr/>
            <p:nvPr/>
          </p:nvSpPr>
          <p:spPr>
            <a:xfrm rot="-2700000">
              <a:off x="1046909" y="6106218"/>
              <a:ext cx="484266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Cavalli et al.</a:t>
              </a:r>
            </a:p>
          </p:txBody>
        </p:sp>
        <p:sp>
          <p:nvSpPr>
            <p:cNvPr id="1266" name="tx1266"/>
            <p:cNvSpPr/>
            <p:nvPr/>
          </p:nvSpPr>
          <p:spPr>
            <a:xfrm rot="-2700000">
              <a:off x="941688" y="6245814"/>
              <a:ext cx="687080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Cancer Cell 2017</a:t>
              </a:r>
            </a:p>
          </p:txBody>
        </p:sp>
        <p:sp>
          <p:nvSpPr>
            <p:cNvPr id="1267" name="tx1267"/>
            <p:cNvSpPr/>
            <p:nvPr/>
          </p:nvSpPr>
          <p:spPr>
            <a:xfrm rot="-2700000">
              <a:off x="1435882" y="6137125"/>
              <a:ext cx="187634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SHH</a:t>
              </a:r>
            </a:p>
          </p:txBody>
        </p:sp>
        <p:sp>
          <p:nvSpPr>
            <p:cNvPr id="1268" name="tx1268"/>
            <p:cNvSpPr/>
            <p:nvPr/>
          </p:nvSpPr>
          <p:spPr>
            <a:xfrm rot="-2700000">
              <a:off x="1624182" y="6106218"/>
              <a:ext cx="484266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Cavalli et al.</a:t>
              </a:r>
            </a:p>
          </p:txBody>
        </p:sp>
        <p:sp>
          <p:nvSpPr>
            <p:cNvPr id="1269" name="tx1269"/>
            <p:cNvSpPr/>
            <p:nvPr/>
          </p:nvSpPr>
          <p:spPr>
            <a:xfrm rot="-2700000">
              <a:off x="1518960" y="6245814"/>
              <a:ext cx="687080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Cancer Cell 2017</a:t>
              </a:r>
            </a:p>
          </p:txBody>
        </p:sp>
        <p:sp>
          <p:nvSpPr>
            <p:cNvPr id="1270" name="tx1270"/>
            <p:cNvSpPr/>
            <p:nvPr/>
          </p:nvSpPr>
          <p:spPr>
            <a:xfrm rot="-2700000">
              <a:off x="1920120" y="6175661"/>
              <a:ext cx="29663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Group3</a:t>
              </a:r>
            </a:p>
          </p:txBody>
        </p:sp>
        <p:sp>
          <p:nvSpPr>
            <p:cNvPr id="1271" name="tx1271"/>
            <p:cNvSpPr/>
            <p:nvPr/>
          </p:nvSpPr>
          <p:spPr>
            <a:xfrm rot="-2700000">
              <a:off x="2201454" y="6106218"/>
              <a:ext cx="484266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Cavalli et al.</a:t>
              </a:r>
            </a:p>
          </p:txBody>
        </p:sp>
        <p:sp>
          <p:nvSpPr>
            <p:cNvPr id="1272" name="tx1272"/>
            <p:cNvSpPr/>
            <p:nvPr/>
          </p:nvSpPr>
          <p:spPr>
            <a:xfrm rot="-2700000">
              <a:off x="2096233" y="6245814"/>
              <a:ext cx="687080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Cancer Cell 2017</a:t>
              </a:r>
            </a:p>
          </p:txBody>
        </p:sp>
        <p:sp>
          <p:nvSpPr>
            <p:cNvPr id="1273" name="tx1273"/>
            <p:cNvSpPr/>
            <p:nvPr/>
          </p:nvSpPr>
          <p:spPr>
            <a:xfrm rot="-2700000">
              <a:off x="2497392" y="6175661"/>
              <a:ext cx="29663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Group4</a:t>
              </a:r>
            </a:p>
          </p:txBody>
        </p:sp>
        <p:sp>
          <p:nvSpPr>
            <p:cNvPr id="1274" name="tx1274"/>
            <p:cNvSpPr/>
            <p:nvPr/>
          </p:nvSpPr>
          <p:spPr>
            <a:xfrm rot="-2700000">
              <a:off x="2791371" y="6100981"/>
              <a:ext cx="46945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Casey et al.</a:t>
              </a:r>
            </a:p>
          </p:txBody>
        </p:sp>
        <p:sp>
          <p:nvSpPr>
            <p:cNvPr id="1275" name="tx1275"/>
            <p:cNvSpPr/>
            <p:nvPr/>
          </p:nvSpPr>
          <p:spPr>
            <a:xfrm rot="-2700000">
              <a:off x="2778949" y="6202138"/>
              <a:ext cx="563544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Cell Rep 2024</a:t>
              </a:r>
            </a:p>
          </p:txBody>
        </p:sp>
        <p:sp>
          <p:nvSpPr>
            <p:cNvPr id="1276" name="tx1276"/>
            <p:cNvSpPr/>
            <p:nvPr/>
          </p:nvSpPr>
          <p:spPr>
            <a:xfrm rot="-2700000">
              <a:off x="3167699" y="6137125"/>
              <a:ext cx="187634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ZMB</a:t>
              </a:r>
            </a:p>
          </p:txBody>
        </p:sp>
        <p:sp>
          <p:nvSpPr>
            <p:cNvPr id="1277" name="tx1277"/>
            <p:cNvSpPr/>
            <p:nvPr/>
          </p:nvSpPr>
          <p:spPr>
            <a:xfrm rot="-2700000">
              <a:off x="3423512" y="6078254"/>
              <a:ext cx="405170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This study</a:t>
              </a:r>
            </a:p>
          </p:txBody>
        </p:sp>
        <p:sp>
          <p:nvSpPr>
            <p:cNvPr id="1278" name="tx1278"/>
            <p:cNvSpPr/>
            <p:nvPr/>
          </p:nvSpPr>
          <p:spPr>
            <a:xfrm rot="-2700000">
              <a:off x="3508105" y="6139226"/>
              <a:ext cx="38560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Xenograft</a:t>
              </a:r>
            </a:p>
          </p:txBody>
        </p:sp>
        <p:sp>
          <p:nvSpPr>
            <p:cNvPr id="1279" name="tx1279"/>
            <p:cNvSpPr/>
            <p:nvPr/>
          </p:nvSpPr>
          <p:spPr>
            <a:xfrm rot="-2700000">
              <a:off x="3831965" y="6148181"/>
              <a:ext cx="602955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Kawauchi et al.</a:t>
              </a:r>
            </a:p>
          </p:txBody>
        </p:sp>
        <p:sp>
          <p:nvSpPr>
            <p:cNvPr id="1280" name="tx1280"/>
            <p:cNvSpPr/>
            <p:nvPr/>
          </p:nvSpPr>
          <p:spPr>
            <a:xfrm rot="-2700000">
              <a:off x="3828050" y="6245814"/>
              <a:ext cx="687080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Cancer Cell 2012</a:t>
              </a:r>
            </a:p>
          </p:txBody>
        </p:sp>
        <p:sp>
          <p:nvSpPr>
            <p:cNvPr id="1281" name="tx1281"/>
            <p:cNvSpPr/>
            <p:nvPr/>
          </p:nvSpPr>
          <p:spPr>
            <a:xfrm rot="-2700000">
              <a:off x="4128215" y="6217494"/>
              <a:ext cx="414954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SHH_Ptch</a:t>
              </a:r>
            </a:p>
          </p:txBody>
        </p:sp>
        <p:sp>
          <p:nvSpPr>
            <p:cNvPr id="1282" name="tx1282"/>
            <p:cNvSpPr/>
            <p:nvPr/>
          </p:nvSpPr>
          <p:spPr>
            <a:xfrm rot="-2700000">
              <a:off x="4409237" y="6148181"/>
              <a:ext cx="602955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Kawauchi et al.</a:t>
              </a:r>
            </a:p>
          </p:txBody>
        </p:sp>
        <p:sp>
          <p:nvSpPr>
            <p:cNvPr id="1283" name="tx1283"/>
            <p:cNvSpPr/>
            <p:nvPr/>
          </p:nvSpPr>
          <p:spPr>
            <a:xfrm rot="-2700000">
              <a:off x="4451528" y="6226676"/>
              <a:ext cx="632947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Oncogene 2017</a:t>
              </a:r>
            </a:p>
          </p:txBody>
        </p:sp>
        <p:sp>
          <p:nvSpPr>
            <p:cNvPr id="1284" name="tx1284"/>
            <p:cNvSpPr/>
            <p:nvPr/>
          </p:nvSpPr>
          <p:spPr>
            <a:xfrm rot="-2700000">
              <a:off x="4642189" y="6243713"/>
              <a:ext cx="48911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SHH_Nestin</a:t>
              </a:r>
            </a:p>
          </p:txBody>
        </p:sp>
        <p:sp>
          <p:nvSpPr>
            <p:cNvPr id="1285" name="tx1285"/>
            <p:cNvSpPr/>
            <p:nvPr/>
          </p:nvSpPr>
          <p:spPr>
            <a:xfrm rot="-2700000">
              <a:off x="4986510" y="6148181"/>
              <a:ext cx="602955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Kawauchi et al.</a:t>
              </a:r>
            </a:p>
          </p:txBody>
        </p:sp>
        <p:sp>
          <p:nvSpPr>
            <p:cNvPr id="1286" name="tx1286"/>
            <p:cNvSpPr/>
            <p:nvPr/>
          </p:nvSpPr>
          <p:spPr>
            <a:xfrm rot="-2700000">
              <a:off x="5028800" y="6226676"/>
              <a:ext cx="632947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Oncogene 2017</a:t>
              </a:r>
            </a:p>
          </p:txBody>
        </p:sp>
        <p:sp>
          <p:nvSpPr>
            <p:cNvPr id="1287" name="tx1287"/>
            <p:cNvSpPr/>
            <p:nvPr/>
          </p:nvSpPr>
          <p:spPr>
            <a:xfrm rot="-2700000">
              <a:off x="5367052" y="6182579"/>
              <a:ext cx="316199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G3_IUE</a:t>
              </a:r>
            </a:p>
          </p:txBody>
        </p:sp>
        <p:sp>
          <p:nvSpPr>
            <p:cNvPr id="1288" name="tx1288"/>
            <p:cNvSpPr/>
            <p:nvPr/>
          </p:nvSpPr>
          <p:spPr>
            <a:xfrm rot="-2700000">
              <a:off x="5563782" y="6148181"/>
              <a:ext cx="602955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Kawauchi et al.</a:t>
              </a:r>
            </a:p>
          </p:txBody>
        </p:sp>
        <p:sp>
          <p:nvSpPr>
            <p:cNvPr id="1289" name="tx1289"/>
            <p:cNvSpPr/>
            <p:nvPr/>
          </p:nvSpPr>
          <p:spPr>
            <a:xfrm rot="-2700000">
              <a:off x="5559868" y="6245814"/>
              <a:ext cx="687080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Cancer Cell 2012</a:t>
              </a:r>
            </a:p>
          </p:txBody>
        </p:sp>
        <p:sp>
          <p:nvSpPr>
            <p:cNvPr id="1290" name="tx1290"/>
            <p:cNvSpPr/>
            <p:nvPr/>
          </p:nvSpPr>
          <p:spPr>
            <a:xfrm rot="-2700000">
              <a:off x="5880949" y="6208830"/>
              <a:ext cx="390448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G3_Ortho</a:t>
              </a:r>
            </a:p>
          </p:txBody>
        </p:sp>
        <p:sp>
          <p:nvSpPr>
            <p:cNvPr id="1291" name="tx1291"/>
            <p:cNvSpPr/>
            <p:nvPr/>
          </p:nvSpPr>
          <p:spPr>
            <a:xfrm rot="-2700000">
              <a:off x="6157991" y="6141166"/>
              <a:ext cx="58311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Swartling et al.</a:t>
              </a:r>
            </a:p>
          </p:txBody>
        </p:sp>
        <p:sp>
          <p:nvSpPr>
            <p:cNvPr id="1292" name="tx1292"/>
            <p:cNvSpPr/>
            <p:nvPr/>
          </p:nvSpPr>
          <p:spPr>
            <a:xfrm rot="-2700000">
              <a:off x="6137140" y="6245814"/>
              <a:ext cx="687080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Cancer Cell 2012</a:t>
              </a:r>
            </a:p>
          </p:txBody>
        </p:sp>
        <p:sp>
          <p:nvSpPr>
            <p:cNvPr id="1293" name="tx1293"/>
            <p:cNvSpPr/>
            <p:nvPr/>
          </p:nvSpPr>
          <p:spPr>
            <a:xfrm rot="-2700000">
              <a:off x="6340836" y="6257453"/>
              <a:ext cx="527974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GTML (n=32)</a:t>
              </a:r>
            </a:p>
          </p:txBody>
        </p:sp>
        <p:sp>
          <p:nvSpPr>
            <p:cNvPr id="1294" name="tx1294"/>
            <p:cNvSpPr/>
            <p:nvPr/>
          </p:nvSpPr>
          <p:spPr>
            <a:xfrm rot="-2700000">
              <a:off x="6659244" y="6172654"/>
              <a:ext cx="672175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Mainwaring et al.</a:t>
              </a:r>
            </a:p>
          </p:txBody>
        </p:sp>
        <p:sp>
          <p:nvSpPr>
            <p:cNvPr id="1295" name="tx1295"/>
            <p:cNvSpPr/>
            <p:nvPr/>
          </p:nvSpPr>
          <p:spPr>
            <a:xfrm rot="-2700000">
              <a:off x="6748286" y="6231784"/>
              <a:ext cx="647395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Nat Comm 2023</a:t>
              </a:r>
            </a:p>
          </p:txBody>
        </p:sp>
        <p:sp>
          <p:nvSpPr>
            <p:cNvPr id="1296" name="tx1296"/>
            <p:cNvSpPr/>
            <p:nvPr/>
          </p:nvSpPr>
          <p:spPr>
            <a:xfrm rot="-2700000">
              <a:off x="6960333" y="6239963"/>
              <a:ext cx="478505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GTML (n=8)</a:t>
              </a:r>
            </a:p>
          </p:txBody>
        </p:sp>
        <p:sp>
          <p:nvSpPr>
            <p:cNvPr id="1297" name="tx1297"/>
            <p:cNvSpPr/>
            <p:nvPr/>
          </p:nvSpPr>
          <p:spPr>
            <a:xfrm rot="-2700000">
              <a:off x="7236517" y="6172654"/>
              <a:ext cx="672175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Mainwaring et al.</a:t>
              </a:r>
            </a:p>
          </p:txBody>
        </p:sp>
        <p:sp>
          <p:nvSpPr>
            <p:cNvPr id="1298" name="tx1298"/>
            <p:cNvSpPr/>
            <p:nvPr/>
          </p:nvSpPr>
          <p:spPr>
            <a:xfrm rot="-2700000">
              <a:off x="7325559" y="6231784"/>
              <a:ext cx="647395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Nat Comm 2023</a:t>
              </a:r>
            </a:p>
          </p:txBody>
        </p:sp>
        <p:sp>
          <p:nvSpPr>
            <p:cNvPr id="1299" name="tx1299"/>
            <p:cNvSpPr/>
            <p:nvPr/>
          </p:nvSpPr>
          <p:spPr>
            <a:xfrm rot="-2700000">
              <a:off x="7518016" y="6248077"/>
              <a:ext cx="501456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GMYC (n=6)</a:t>
              </a:r>
            </a:p>
          </p:txBody>
        </p:sp>
        <p:sp>
          <p:nvSpPr>
            <p:cNvPr id="1300" name="tx1300"/>
            <p:cNvSpPr/>
            <p:nvPr/>
          </p:nvSpPr>
          <p:spPr>
            <a:xfrm rot="-5400000">
              <a:off x="-319076" y="3137539"/>
              <a:ext cx="877366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RF Probability</a:t>
              </a:r>
            </a:p>
          </p:txBody>
        </p:sp>
        <p:sp>
          <p:nvSpPr>
            <p:cNvPr id="1301" name="rc1301"/>
            <p:cNvSpPr/>
            <p:nvPr/>
          </p:nvSpPr>
          <p:spPr>
            <a:xfrm>
              <a:off x="8273295" y="2579522"/>
              <a:ext cx="801115" cy="121607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2" name="tx1302"/>
            <p:cNvSpPr/>
            <p:nvPr/>
          </p:nvSpPr>
          <p:spPr>
            <a:xfrm>
              <a:off x="8342884" y="2663833"/>
              <a:ext cx="60606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Subgroup</a:t>
              </a:r>
            </a:p>
          </p:txBody>
        </p:sp>
        <p:sp>
          <p:nvSpPr>
            <p:cNvPr id="1303" name="rc1303"/>
            <p:cNvSpPr/>
            <p:nvPr/>
          </p:nvSpPr>
          <p:spPr>
            <a:xfrm>
              <a:off x="8342884" y="2848179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4" name="pl1304"/>
            <p:cNvSpPr/>
            <p:nvPr/>
          </p:nvSpPr>
          <p:spPr>
            <a:xfrm>
              <a:off x="8452612" y="3012771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5" name="pl1305"/>
            <p:cNvSpPr/>
            <p:nvPr/>
          </p:nvSpPr>
          <p:spPr>
            <a:xfrm>
              <a:off x="8452612" y="2870124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6" name="rc1306"/>
            <p:cNvSpPr/>
            <p:nvPr/>
          </p:nvSpPr>
          <p:spPr>
            <a:xfrm>
              <a:off x="8370316" y="2903043"/>
              <a:ext cx="164592" cy="109727"/>
            </a:xfrm>
            <a:prstGeom prst="rect">
              <a:avLst/>
            </a:prstGeom>
            <a:solidFill>
              <a:srgbClr val="3498DB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7" name="pl1307"/>
            <p:cNvSpPr/>
            <p:nvPr/>
          </p:nvSpPr>
          <p:spPr>
            <a:xfrm>
              <a:off x="8370316" y="2957907"/>
              <a:ext cx="164591" cy="0"/>
            </a:xfrm>
            <a:custGeom>
              <a:avLst/>
              <a:pathLst>
                <a:path w="164591" h="0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8" name="pl1308"/>
            <p:cNvSpPr/>
            <p:nvPr/>
          </p:nvSpPr>
          <p:spPr>
            <a:xfrm>
              <a:off x="8452612" y="304568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9" name="pl1309"/>
            <p:cNvSpPr/>
            <p:nvPr/>
          </p:nvSpPr>
          <p:spPr>
            <a:xfrm>
              <a:off x="8452612" y="287012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0" name="pt1310"/>
            <p:cNvSpPr/>
            <p:nvPr/>
          </p:nvSpPr>
          <p:spPr>
            <a:xfrm>
              <a:off x="8427786" y="2933081"/>
              <a:ext cx="49651" cy="49651"/>
            </a:xfrm>
            <a:prstGeom prst="ellipse">
              <a:avLst/>
            </a:prstGeom>
            <a:ln w="9000" cap="rnd">
              <a:solidFill>
                <a:srgbClr val="000000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" name="rc1311"/>
            <p:cNvSpPr/>
            <p:nvPr/>
          </p:nvSpPr>
          <p:spPr>
            <a:xfrm>
              <a:off x="8342884" y="3067635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2" name="pl1312"/>
            <p:cNvSpPr/>
            <p:nvPr/>
          </p:nvSpPr>
          <p:spPr>
            <a:xfrm>
              <a:off x="8452612" y="3232227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3" name="pl1313"/>
            <p:cNvSpPr/>
            <p:nvPr/>
          </p:nvSpPr>
          <p:spPr>
            <a:xfrm>
              <a:off x="8452612" y="3089580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4" name="rc1314"/>
            <p:cNvSpPr/>
            <p:nvPr/>
          </p:nvSpPr>
          <p:spPr>
            <a:xfrm>
              <a:off x="8370316" y="3122499"/>
              <a:ext cx="164592" cy="109727"/>
            </a:xfrm>
            <a:prstGeom prst="rect">
              <a:avLst/>
            </a:prstGeom>
            <a:solidFill>
              <a:srgbClr val="E74C3C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5" name="pl1315"/>
            <p:cNvSpPr/>
            <p:nvPr/>
          </p:nvSpPr>
          <p:spPr>
            <a:xfrm>
              <a:off x="8370316" y="3177363"/>
              <a:ext cx="164591" cy="0"/>
            </a:xfrm>
            <a:custGeom>
              <a:avLst/>
              <a:pathLst>
                <a:path w="164591" h="0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6" name="pl1316"/>
            <p:cNvSpPr/>
            <p:nvPr/>
          </p:nvSpPr>
          <p:spPr>
            <a:xfrm>
              <a:off x="8452612" y="326514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7" name="pl1317"/>
            <p:cNvSpPr/>
            <p:nvPr/>
          </p:nvSpPr>
          <p:spPr>
            <a:xfrm>
              <a:off x="8452612" y="308958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8" name="pt1318"/>
            <p:cNvSpPr/>
            <p:nvPr/>
          </p:nvSpPr>
          <p:spPr>
            <a:xfrm>
              <a:off x="8427786" y="3152537"/>
              <a:ext cx="49651" cy="49651"/>
            </a:xfrm>
            <a:prstGeom prst="ellipse">
              <a:avLst/>
            </a:prstGeom>
            <a:ln w="9000" cap="rnd">
              <a:solidFill>
                <a:srgbClr val="000000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" name="rc1319"/>
            <p:cNvSpPr/>
            <p:nvPr/>
          </p:nvSpPr>
          <p:spPr>
            <a:xfrm>
              <a:off x="8342884" y="3287091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0" name="pl1320"/>
            <p:cNvSpPr/>
            <p:nvPr/>
          </p:nvSpPr>
          <p:spPr>
            <a:xfrm>
              <a:off x="8452612" y="3451683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1" name="pl1321"/>
            <p:cNvSpPr/>
            <p:nvPr/>
          </p:nvSpPr>
          <p:spPr>
            <a:xfrm>
              <a:off x="8452612" y="3309036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2" name="rc1322"/>
            <p:cNvSpPr/>
            <p:nvPr/>
          </p:nvSpPr>
          <p:spPr>
            <a:xfrm>
              <a:off x="8370316" y="3341955"/>
              <a:ext cx="164592" cy="109727"/>
            </a:xfrm>
            <a:prstGeom prst="rect">
              <a:avLst/>
            </a:prstGeom>
            <a:solidFill>
              <a:srgbClr val="2ECC71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3" name="pl1323"/>
            <p:cNvSpPr/>
            <p:nvPr/>
          </p:nvSpPr>
          <p:spPr>
            <a:xfrm>
              <a:off x="8370316" y="3396819"/>
              <a:ext cx="164591" cy="0"/>
            </a:xfrm>
            <a:custGeom>
              <a:avLst/>
              <a:pathLst>
                <a:path w="164591" h="0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4" name="pl1324"/>
            <p:cNvSpPr/>
            <p:nvPr/>
          </p:nvSpPr>
          <p:spPr>
            <a:xfrm>
              <a:off x="8452612" y="348460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5" name="pl1325"/>
            <p:cNvSpPr/>
            <p:nvPr/>
          </p:nvSpPr>
          <p:spPr>
            <a:xfrm>
              <a:off x="8452612" y="330903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6" name="pt1326"/>
            <p:cNvSpPr/>
            <p:nvPr/>
          </p:nvSpPr>
          <p:spPr>
            <a:xfrm>
              <a:off x="8427786" y="3371993"/>
              <a:ext cx="49651" cy="49651"/>
            </a:xfrm>
            <a:prstGeom prst="ellipse">
              <a:avLst/>
            </a:prstGeom>
            <a:ln w="9000" cap="rnd">
              <a:solidFill>
                <a:srgbClr val="000000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" name="rc1327"/>
            <p:cNvSpPr/>
            <p:nvPr/>
          </p:nvSpPr>
          <p:spPr>
            <a:xfrm>
              <a:off x="8342884" y="350654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8" name="pl1328"/>
            <p:cNvSpPr/>
            <p:nvPr/>
          </p:nvSpPr>
          <p:spPr>
            <a:xfrm>
              <a:off x="8452612" y="3671139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9" name="pl1329"/>
            <p:cNvSpPr/>
            <p:nvPr/>
          </p:nvSpPr>
          <p:spPr>
            <a:xfrm>
              <a:off x="8452612" y="3528492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0" name="rc1330"/>
            <p:cNvSpPr/>
            <p:nvPr/>
          </p:nvSpPr>
          <p:spPr>
            <a:xfrm>
              <a:off x="8370316" y="3561411"/>
              <a:ext cx="164592" cy="109727"/>
            </a:xfrm>
            <a:prstGeom prst="rect">
              <a:avLst/>
            </a:prstGeom>
            <a:solidFill>
              <a:srgbClr val="9B59B6">
                <a:alpha val="69803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1" name="pl1331"/>
            <p:cNvSpPr/>
            <p:nvPr/>
          </p:nvSpPr>
          <p:spPr>
            <a:xfrm>
              <a:off x="8370316" y="3616275"/>
              <a:ext cx="164591" cy="0"/>
            </a:xfrm>
            <a:custGeom>
              <a:avLst/>
              <a:pathLst>
                <a:path w="164591" h="0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2" name="pl1332"/>
            <p:cNvSpPr/>
            <p:nvPr/>
          </p:nvSpPr>
          <p:spPr>
            <a:xfrm>
              <a:off x="8452612" y="370405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3" name="pl1333"/>
            <p:cNvSpPr/>
            <p:nvPr/>
          </p:nvSpPr>
          <p:spPr>
            <a:xfrm>
              <a:off x="8452612" y="352849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4" name="pt1334"/>
            <p:cNvSpPr/>
            <p:nvPr/>
          </p:nvSpPr>
          <p:spPr>
            <a:xfrm>
              <a:off x="8427786" y="3591449"/>
              <a:ext cx="49651" cy="49651"/>
            </a:xfrm>
            <a:prstGeom prst="ellipse">
              <a:avLst/>
            </a:prstGeom>
            <a:ln w="9000" cap="rnd">
              <a:solidFill>
                <a:srgbClr val="000000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" name="tx1335"/>
            <p:cNvSpPr/>
            <p:nvPr/>
          </p:nvSpPr>
          <p:spPr>
            <a:xfrm>
              <a:off x="8631929" y="2917902"/>
              <a:ext cx="25429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WNT</a:t>
              </a:r>
            </a:p>
          </p:txBody>
        </p:sp>
        <p:sp>
          <p:nvSpPr>
            <p:cNvPr id="1336" name="tx1336"/>
            <p:cNvSpPr/>
            <p:nvPr/>
          </p:nvSpPr>
          <p:spPr>
            <a:xfrm>
              <a:off x="8631929" y="3137358"/>
              <a:ext cx="2358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SHH</a:t>
              </a:r>
            </a:p>
          </p:txBody>
        </p:sp>
        <p:sp>
          <p:nvSpPr>
            <p:cNvPr id="1337" name="tx1337"/>
            <p:cNvSpPr/>
            <p:nvPr/>
          </p:nvSpPr>
          <p:spPr>
            <a:xfrm>
              <a:off x="8631929" y="3356814"/>
              <a:ext cx="37289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Group3</a:t>
              </a:r>
            </a:p>
          </p:txBody>
        </p:sp>
        <p:sp>
          <p:nvSpPr>
            <p:cNvPr id="1338" name="tx1338"/>
            <p:cNvSpPr/>
            <p:nvPr/>
          </p:nvSpPr>
          <p:spPr>
            <a:xfrm>
              <a:off x="8631929" y="3576270"/>
              <a:ext cx="37289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Group4</a:t>
              </a:r>
            </a:p>
          </p:txBody>
        </p:sp>
        <p:sp>
          <p:nvSpPr>
            <p:cNvPr id="1339" name="tx1339"/>
            <p:cNvSpPr/>
            <p:nvPr/>
          </p:nvSpPr>
          <p:spPr>
            <a:xfrm>
              <a:off x="514119" y="294351"/>
              <a:ext cx="4631253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RF (ntree=1000) on 20 PCs from 929 genes | Human test accuracy: 97.4%</a:t>
              </a:r>
            </a:p>
          </p:txBody>
        </p:sp>
        <p:sp>
          <p:nvSpPr>
            <p:cNvPr id="1340" name="tx1340"/>
            <p:cNvSpPr/>
            <p:nvPr/>
          </p:nvSpPr>
          <p:spPr>
            <a:xfrm>
              <a:off x="514119" y="69589"/>
              <a:ext cx="5123017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Cross-Species MB Classification (Random Forest in PCA Space)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1553" y="0"/>
              <a:ext cx="9060892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478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g5"/>
            <p:cNvSpPr/>
            <p:nvPr/>
          </p:nvSpPr>
          <p:spPr>
            <a:xfrm>
              <a:off x="1096575" y="1375945"/>
              <a:ext cx="5275109" cy="4568378"/>
            </a:xfrm>
            <a:custGeom>
              <a:avLst/>
              <a:pathLst>
                <a:path w="5275109" h="4568378">
                  <a:moveTo>
                    <a:pt x="2637554" y="0"/>
                  </a:moveTo>
                  <a:lnTo>
                    <a:pt x="0" y="4568378"/>
                  </a:lnTo>
                  <a:lnTo>
                    <a:pt x="5275109" y="45683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360331" y="5487486"/>
              <a:ext cx="4747598" cy="0"/>
            </a:xfrm>
            <a:custGeom>
              <a:avLst/>
              <a:pathLst>
                <a:path w="4747598" h="0">
                  <a:moveTo>
                    <a:pt x="4747598" y="0"/>
                  </a:move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887842" y="4573810"/>
              <a:ext cx="3692576" cy="0"/>
            </a:xfrm>
            <a:custGeom>
              <a:avLst/>
              <a:pathLst>
                <a:path w="3692576" h="0">
                  <a:moveTo>
                    <a:pt x="3692576" y="0"/>
                  </a:move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415353" y="3660134"/>
              <a:ext cx="2637554" cy="0"/>
            </a:xfrm>
            <a:custGeom>
              <a:avLst/>
              <a:pathLst>
                <a:path w="2637554" h="0">
                  <a:moveTo>
                    <a:pt x="2637554" y="0"/>
                  </a:move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42864" y="2746458"/>
              <a:ext cx="1582532" cy="0"/>
            </a:xfrm>
            <a:custGeom>
              <a:avLst/>
              <a:pathLst>
                <a:path w="1582532" h="0">
                  <a:moveTo>
                    <a:pt x="1582532" y="0"/>
                  </a:move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470375" y="1832783"/>
              <a:ext cx="527510" cy="0"/>
            </a:xfrm>
            <a:custGeom>
              <a:avLst/>
              <a:pathLst>
                <a:path w="527510" h="0">
                  <a:moveTo>
                    <a:pt x="527510" y="0"/>
                  </a:move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470375" y="1832783"/>
              <a:ext cx="2373799" cy="4111541"/>
            </a:xfrm>
            <a:custGeom>
              <a:avLst/>
              <a:pathLst>
                <a:path w="2373799" h="4111541">
                  <a:moveTo>
                    <a:pt x="0" y="0"/>
                  </a:moveTo>
                  <a:lnTo>
                    <a:pt x="2373799" y="4111541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942864" y="2746458"/>
              <a:ext cx="1846288" cy="3197865"/>
            </a:xfrm>
            <a:custGeom>
              <a:avLst/>
              <a:pathLst>
                <a:path w="1846288" h="3197865">
                  <a:moveTo>
                    <a:pt x="0" y="0"/>
                  </a:moveTo>
                  <a:lnTo>
                    <a:pt x="1846288" y="3197865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415353" y="3660134"/>
              <a:ext cx="1318777" cy="2284189"/>
            </a:xfrm>
            <a:custGeom>
              <a:avLst/>
              <a:pathLst>
                <a:path w="1318777" h="2284189">
                  <a:moveTo>
                    <a:pt x="0" y="0"/>
                  </a:moveTo>
                  <a:lnTo>
                    <a:pt x="1318777" y="2284189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887842" y="4573810"/>
              <a:ext cx="791266" cy="1370513"/>
            </a:xfrm>
            <a:custGeom>
              <a:avLst/>
              <a:pathLst>
                <a:path w="791266" h="1370513">
                  <a:moveTo>
                    <a:pt x="0" y="0"/>
                  </a:moveTo>
                  <a:lnTo>
                    <a:pt x="791266" y="1370513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360331" y="5487486"/>
              <a:ext cx="263755" cy="456837"/>
            </a:xfrm>
            <a:custGeom>
              <a:avLst/>
              <a:pathLst>
                <a:path w="263755" h="456837">
                  <a:moveTo>
                    <a:pt x="0" y="0"/>
                  </a:moveTo>
                  <a:lnTo>
                    <a:pt x="263755" y="456837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624086" y="1832783"/>
              <a:ext cx="2373799" cy="4111541"/>
            </a:xfrm>
            <a:custGeom>
              <a:avLst/>
              <a:pathLst>
                <a:path w="2373799" h="4111541">
                  <a:moveTo>
                    <a:pt x="0" y="4111541"/>
                  </a:moveTo>
                  <a:lnTo>
                    <a:pt x="2373799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679108" y="2746458"/>
              <a:ext cx="1846288" cy="3197865"/>
            </a:xfrm>
            <a:custGeom>
              <a:avLst/>
              <a:pathLst>
                <a:path w="1846288" h="3197865">
                  <a:moveTo>
                    <a:pt x="0" y="3197865"/>
                  </a:moveTo>
                  <a:lnTo>
                    <a:pt x="1846288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734130" y="3660134"/>
              <a:ext cx="1318777" cy="2284189"/>
            </a:xfrm>
            <a:custGeom>
              <a:avLst/>
              <a:pathLst>
                <a:path w="1318777" h="2284189">
                  <a:moveTo>
                    <a:pt x="0" y="2284189"/>
                  </a:moveTo>
                  <a:lnTo>
                    <a:pt x="1318777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789152" y="4573810"/>
              <a:ext cx="791266" cy="1370513"/>
            </a:xfrm>
            <a:custGeom>
              <a:avLst/>
              <a:pathLst>
                <a:path w="791266" h="1370513">
                  <a:moveTo>
                    <a:pt x="0" y="1370513"/>
                  </a:moveTo>
                  <a:lnTo>
                    <a:pt x="79126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844174" y="5487486"/>
              <a:ext cx="263755" cy="456837"/>
            </a:xfrm>
            <a:custGeom>
              <a:avLst/>
              <a:pathLst>
                <a:path w="263755" h="456837">
                  <a:moveTo>
                    <a:pt x="0" y="456837"/>
                  </a:moveTo>
                  <a:lnTo>
                    <a:pt x="26375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096575" y="5944324"/>
              <a:ext cx="5275109" cy="0"/>
            </a:xfrm>
            <a:custGeom>
              <a:avLst/>
              <a:pathLst>
                <a:path w="5275109" h="0">
                  <a:moveTo>
                    <a:pt x="5275109" y="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624086" y="5030648"/>
              <a:ext cx="4220087" cy="0"/>
            </a:xfrm>
            <a:custGeom>
              <a:avLst/>
              <a:pathLst>
                <a:path w="4220087" h="0">
                  <a:moveTo>
                    <a:pt x="4220087" y="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151597" y="4116972"/>
              <a:ext cx="3165065" cy="0"/>
            </a:xfrm>
            <a:custGeom>
              <a:avLst/>
              <a:pathLst>
                <a:path w="3165065" h="0">
                  <a:moveTo>
                    <a:pt x="3165065" y="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679108" y="3203296"/>
              <a:ext cx="2110043" cy="0"/>
            </a:xfrm>
            <a:custGeom>
              <a:avLst/>
              <a:pathLst>
                <a:path w="2110043" h="0">
                  <a:moveTo>
                    <a:pt x="2110043" y="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206619" y="2289621"/>
              <a:ext cx="1055021" cy="0"/>
            </a:xfrm>
            <a:custGeom>
              <a:avLst/>
              <a:pathLst>
                <a:path w="1055021" h="0">
                  <a:moveTo>
                    <a:pt x="1055021" y="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34130" y="137594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734130" y="1375945"/>
              <a:ext cx="2637554" cy="4568378"/>
            </a:xfrm>
            <a:custGeom>
              <a:avLst/>
              <a:pathLst>
                <a:path w="2637554" h="4568378">
                  <a:moveTo>
                    <a:pt x="0" y="0"/>
                  </a:moveTo>
                  <a:lnTo>
                    <a:pt x="2637554" y="4568378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206619" y="2289621"/>
              <a:ext cx="2110043" cy="3654703"/>
            </a:xfrm>
            <a:custGeom>
              <a:avLst/>
              <a:pathLst>
                <a:path w="2110043" h="3654703">
                  <a:moveTo>
                    <a:pt x="0" y="0"/>
                  </a:moveTo>
                  <a:lnTo>
                    <a:pt x="2110043" y="3654703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679108" y="3203296"/>
              <a:ext cx="1582532" cy="2741027"/>
            </a:xfrm>
            <a:custGeom>
              <a:avLst/>
              <a:pathLst>
                <a:path w="1582532" h="2741027">
                  <a:moveTo>
                    <a:pt x="0" y="0"/>
                  </a:moveTo>
                  <a:lnTo>
                    <a:pt x="1582532" y="2741027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151597" y="4116972"/>
              <a:ext cx="1055021" cy="1827351"/>
            </a:xfrm>
            <a:custGeom>
              <a:avLst/>
              <a:pathLst>
                <a:path w="1055021" h="1827351">
                  <a:moveTo>
                    <a:pt x="0" y="0"/>
                  </a:moveTo>
                  <a:lnTo>
                    <a:pt x="1055021" y="1827351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624086" y="5030648"/>
              <a:ext cx="527510" cy="913675"/>
            </a:xfrm>
            <a:custGeom>
              <a:avLst/>
              <a:pathLst>
                <a:path w="527510" h="913675">
                  <a:moveTo>
                    <a:pt x="0" y="0"/>
                  </a:moveTo>
                  <a:lnTo>
                    <a:pt x="527510" y="913675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096575" y="594432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096575" y="1375945"/>
              <a:ext cx="2637554" cy="4568378"/>
            </a:xfrm>
            <a:custGeom>
              <a:avLst/>
              <a:pathLst>
                <a:path w="2637554" h="4568378">
                  <a:moveTo>
                    <a:pt x="0" y="4568378"/>
                  </a:moveTo>
                  <a:lnTo>
                    <a:pt x="263755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151597" y="2289621"/>
              <a:ext cx="2110043" cy="3654703"/>
            </a:xfrm>
            <a:custGeom>
              <a:avLst/>
              <a:pathLst>
                <a:path w="2110043" h="3654703">
                  <a:moveTo>
                    <a:pt x="0" y="3654703"/>
                  </a:moveTo>
                  <a:lnTo>
                    <a:pt x="211004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206619" y="3203296"/>
              <a:ext cx="1582532" cy="2741027"/>
            </a:xfrm>
            <a:custGeom>
              <a:avLst/>
              <a:pathLst>
                <a:path w="1582532" h="2741027">
                  <a:moveTo>
                    <a:pt x="0" y="2741027"/>
                  </a:moveTo>
                  <a:lnTo>
                    <a:pt x="1582532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261641" y="4116972"/>
              <a:ext cx="1055021" cy="1827351"/>
            </a:xfrm>
            <a:custGeom>
              <a:avLst/>
              <a:pathLst>
                <a:path w="1055021" h="1827351">
                  <a:moveTo>
                    <a:pt x="0" y="1827351"/>
                  </a:moveTo>
                  <a:lnTo>
                    <a:pt x="105502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316663" y="5030648"/>
              <a:ext cx="527510" cy="913675"/>
            </a:xfrm>
            <a:custGeom>
              <a:avLst/>
              <a:pathLst>
                <a:path w="527510" h="913675">
                  <a:moveTo>
                    <a:pt x="0" y="913675"/>
                  </a:moveTo>
                  <a:lnTo>
                    <a:pt x="52751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6371685" y="594432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1387144" y="5870057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6294836" y="5898608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6147853" y="5736961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1171241" y="5884598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3781247" y="1480986"/>
              <a:ext cx="64020" cy="64020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818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757843" y="1532369"/>
              <a:ext cx="64020" cy="64020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818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1165499" y="5875509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5547083" y="5191474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6218104" y="5894003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858047" y="1733025"/>
              <a:ext cx="64020" cy="64020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818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6223622" y="5811809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6329114" y="5912313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834527" y="1637485"/>
              <a:ext cx="64020" cy="64020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818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5364177" y="4700201"/>
              <a:ext cx="64020" cy="64020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818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739194" y="1490710"/>
              <a:ext cx="64020" cy="64020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818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1201993" y="5866538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6021897" y="5618763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6167890" y="5880271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6088479" y="5764200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5468410" y="4887972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4119555" y="2214321"/>
              <a:ext cx="64020" cy="64020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818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1146329" y="5889471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6318383" y="5903094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6254248" y="5866075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1466168" y="5808914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5998748" y="5495758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6297176" y="5903112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6048671" y="5701536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1868468" y="5833147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3938279" y="1817318"/>
              <a:ext cx="64020" cy="64020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818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5800477" y="5769695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6276310" y="5903167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1207565" y="5793058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1205767" y="5880012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1138565" y="5884848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725905" y="1430908"/>
              <a:ext cx="64020" cy="64020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818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539630" y="2208358"/>
              <a:ext cx="64020" cy="64020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818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6246803" y="5834182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6276373" y="5903177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6164721" y="5802121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5222156" y="4362000"/>
              <a:ext cx="64020" cy="64020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818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1165094" y="5903149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1207278" y="5884848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1169744" y="5888958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1159803" y="5893985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1266840" y="5893874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6329124" y="5903177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1718571" y="5842389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1566448" y="5838332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1186258" y="5884821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1143850" y="5894003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4761379" y="3472175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3758068" y="1542359"/>
              <a:ext cx="64020" cy="64020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818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6173509" y="5807241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6241987" y="5880303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6197029" y="5829957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6262724" y="5870950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1183851" y="5907722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6013953" y="5797645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1165296" y="5848035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1183732" y="5889380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5857712" y="5774712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5391845" y="4874253"/>
              <a:ext cx="64020" cy="64020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818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6174661" y="5792457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6334400" y="5912313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6329124" y="5903177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6193880" y="5815895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6297474" y="5903177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1190418" y="5879848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6339675" y="5912313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5889037" y="5600103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3975428" y="1900045"/>
              <a:ext cx="64020" cy="64020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818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3739306" y="1426745"/>
              <a:ext cx="64020" cy="64020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818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3747048" y="1467528"/>
              <a:ext cx="64020" cy="64020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818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1202407" y="5866400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6318553" y="5903167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1122941" y="5903121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6300072" y="5898595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1175787" y="5912313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1503717" y="5252487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1207709" y="5857217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1315253" y="5829168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1130902" y="5907717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6225690" y="5825078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6143317" y="5783627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3858675" y="1697823"/>
              <a:ext cx="64020" cy="64020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818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1207278" y="5903158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5757978" y="5613275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1214906" y="5889471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1510798" y="5847905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6242085" y="5889471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6307897" y="5893966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5861321" y="5678859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2010104" y="5492827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1152042" y="5898539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5803133" y="5121013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5419168" y="4729103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1175564" y="5884848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1160865" y="5884514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6239196" y="5796291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3816680" y="1653108"/>
              <a:ext cx="64020" cy="64020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818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1178664" y="5880142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6308024" y="5894040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1377858" y="5870572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3712723" y="1490857"/>
              <a:ext cx="64020" cy="64020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818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1207853" y="5893930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3895435" y="1926449"/>
              <a:ext cx="64020" cy="64020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818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6013985" y="5801341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5801614" y="5756988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5806355" y="5281246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4588424" y="3350692"/>
              <a:ext cx="64020" cy="64020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818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3725929" y="1412666"/>
              <a:ext cx="64020" cy="64020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818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1194324" y="5880206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1114880" y="5889380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6233961" y="5866538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6231318" y="5898581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6146360" y="5760951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1138639" y="5903149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6249818" y="5875693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3835464" y="1639563"/>
              <a:ext cx="64020" cy="64020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818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6268461" y="5871198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6004663" y="5562317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3717961" y="1417102"/>
              <a:ext cx="64020" cy="64020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818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1141284" y="5889403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6334394" y="5912313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1157250" y="5907727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3702120" y="1417102"/>
              <a:ext cx="64020" cy="64020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818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5725124" y="5715873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3800200" y="1532179"/>
              <a:ext cx="64020" cy="64020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818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3725905" y="1485838"/>
              <a:ext cx="64020" cy="64020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818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1138788" y="5893948"/>
              <a:ext cx="64020" cy="64020"/>
            </a:xfrm>
            <a:prstGeom prst="ellipse">
              <a:avLst/>
            </a:prstGeom>
            <a:solidFill>
              <a:srgbClr val="E74C3C">
                <a:alpha val="50196"/>
              </a:srgbClr>
            </a:solidFill>
            <a:ln w="9818" cap="rnd">
              <a:solidFill>
                <a:srgbClr val="E74C3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4097090" y="2083139"/>
              <a:ext cx="64020" cy="64020"/>
            </a:xfrm>
            <a:prstGeom prst="ellipse">
              <a:avLst/>
            </a:prstGeom>
            <a:solidFill>
              <a:srgbClr val="2ECC71">
                <a:alpha val="50196"/>
              </a:srgbClr>
            </a:solidFill>
            <a:ln w="9818" cap="rnd">
              <a:solidFill>
                <a:srgbClr val="2ECC7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5802592" y="5129426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5801075" y="5180641"/>
              <a:ext cx="64020" cy="64020"/>
            </a:xfrm>
            <a:prstGeom prst="ellipse">
              <a:avLst/>
            </a:prstGeom>
            <a:solidFill>
              <a:srgbClr val="9B59B6">
                <a:alpha val="50196"/>
              </a:srgbClr>
            </a:solidFill>
            <a:ln w="9818" cap="rnd">
              <a:solidFill>
                <a:srgbClr val="9B59B6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2153579" y="5192712"/>
              <a:ext cx="64020" cy="64020"/>
            </a:xfrm>
            <a:prstGeom prst="ellipse">
              <a:avLst/>
            </a:prstGeom>
            <a:solidFill>
              <a:srgbClr val="E67E22">
                <a:alpha val="50196"/>
              </a:srgbClr>
            </a:solidFill>
            <a:ln w="9818" cap="rnd">
              <a:solidFill>
                <a:srgbClr val="E67E2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2625281" y="5631331"/>
              <a:ext cx="64020" cy="64020"/>
            </a:xfrm>
            <a:prstGeom prst="ellipse">
              <a:avLst/>
            </a:prstGeom>
            <a:solidFill>
              <a:srgbClr val="E67E22">
                <a:alpha val="50196"/>
              </a:srgbClr>
            </a:solidFill>
            <a:ln w="9818" cap="rnd">
              <a:solidFill>
                <a:srgbClr val="E67E2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2283257" y="5218899"/>
              <a:ext cx="64020" cy="64020"/>
            </a:xfrm>
            <a:prstGeom prst="ellipse">
              <a:avLst/>
            </a:prstGeom>
            <a:solidFill>
              <a:srgbClr val="E67E22">
                <a:alpha val="50196"/>
              </a:srgbClr>
            </a:solidFill>
            <a:ln w="9818" cap="rnd">
              <a:solidFill>
                <a:srgbClr val="E67E22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4089138" y="3455949"/>
              <a:ext cx="64020" cy="64020"/>
            </a:xfrm>
            <a:prstGeom prst="ellipse">
              <a:avLst/>
            </a:prstGeom>
            <a:solidFill>
              <a:srgbClr val="D35400">
                <a:alpha val="50196"/>
              </a:srgbClr>
            </a:solidFill>
            <a:ln w="9818" cap="rnd">
              <a:solidFill>
                <a:srgbClr val="D35400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4097090" y="3469723"/>
              <a:ext cx="64020" cy="64020"/>
            </a:xfrm>
            <a:prstGeom prst="ellipse">
              <a:avLst/>
            </a:prstGeom>
            <a:solidFill>
              <a:srgbClr val="D35400">
                <a:alpha val="50196"/>
              </a:srgbClr>
            </a:solidFill>
            <a:ln w="9818" cap="rnd">
              <a:solidFill>
                <a:srgbClr val="D35400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4089138" y="3501862"/>
              <a:ext cx="64020" cy="64020"/>
            </a:xfrm>
            <a:prstGeom prst="ellipse">
              <a:avLst/>
            </a:prstGeom>
            <a:solidFill>
              <a:srgbClr val="D35400">
                <a:alpha val="50196"/>
              </a:srgbClr>
            </a:solidFill>
            <a:ln w="9818" cap="rnd">
              <a:solidFill>
                <a:srgbClr val="D35400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3991020" y="3354762"/>
              <a:ext cx="64020" cy="64020"/>
            </a:xfrm>
            <a:prstGeom prst="ellipse">
              <a:avLst/>
            </a:prstGeom>
            <a:solidFill>
              <a:srgbClr val="27AE60">
                <a:alpha val="50196"/>
              </a:srgbClr>
            </a:solidFill>
            <a:ln w="9818" cap="rnd">
              <a:solidFill>
                <a:srgbClr val="27AE60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4074290" y="3679506"/>
              <a:ext cx="64020" cy="64020"/>
            </a:xfrm>
            <a:prstGeom prst="ellipse">
              <a:avLst/>
            </a:prstGeom>
            <a:solidFill>
              <a:srgbClr val="27AE60">
                <a:alpha val="50196"/>
              </a:srgbClr>
            </a:solidFill>
            <a:ln w="9818" cap="rnd">
              <a:solidFill>
                <a:srgbClr val="27AE60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3862218" y="3651624"/>
              <a:ext cx="64020" cy="64020"/>
            </a:xfrm>
            <a:prstGeom prst="ellipse">
              <a:avLst/>
            </a:prstGeom>
            <a:solidFill>
              <a:srgbClr val="27AE60">
                <a:alpha val="50196"/>
              </a:srgbClr>
            </a:solidFill>
            <a:ln w="9818" cap="rnd">
              <a:solidFill>
                <a:srgbClr val="27AE60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3285216" y="3569177"/>
              <a:ext cx="64020" cy="64020"/>
            </a:xfrm>
            <a:prstGeom prst="ellipse">
              <a:avLst/>
            </a:prstGeom>
            <a:solidFill>
              <a:srgbClr val="27AE60">
                <a:alpha val="50196"/>
              </a:srgbClr>
            </a:solidFill>
            <a:ln w="9818" cap="rnd">
              <a:solidFill>
                <a:srgbClr val="27AE60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3018932" y="3875456"/>
              <a:ext cx="64020" cy="64020"/>
            </a:xfrm>
            <a:prstGeom prst="ellipse">
              <a:avLst/>
            </a:prstGeom>
            <a:solidFill>
              <a:srgbClr val="27AE60">
                <a:alpha val="50196"/>
              </a:srgbClr>
            </a:solidFill>
            <a:ln w="9818" cap="rnd">
              <a:solidFill>
                <a:srgbClr val="27AE60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2938767" y="3859996"/>
              <a:ext cx="64020" cy="64020"/>
            </a:xfrm>
            <a:prstGeom prst="ellipse">
              <a:avLst/>
            </a:prstGeom>
            <a:solidFill>
              <a:srgbClr val="27AE60">
                <a:alpha val="50196"/>
              </a:srgbClr>
            </a:solidFill>
            <a:ln w="9818" cap="rnd">
              <a:solidFill>
                <a:srgbClr val="27AE60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3830650" y="3171286"/>
              <a:ext cx="64020" cy="64020"/>
            </a:xfrm>
            <a:prstGeom prst="ellipse">
              <a:avLst/>
            </a:prstGeom>
            <a:solidFill>
              <a:srgbClr val="27AE60">
                <a:alpha val="50196"/>
              </a:srgbClr>
            </a:solidFill>
            <a:ln w="9818" cap="rnd">
              <a:solidFill>
                <a:srgbClr val="27AE60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3812018" y="3224212"/>
              <a:ext cx="64020" cy="64020"/>
            </a:xfrm>
            <a:prstGeom prst="ellipse">
              <a:avLst/>
            </a:prstGeom>
            <a:solidFill>
              <a:srgbClr val="27AE60">
                <a:alpha val="50196"/>
              </a:srgbClr>
            </a:solidFill>
            <a:ln w="9818" cap="rnd">
              <a:solidFill>
                <a:srgbClr val="27AE60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2756688" y="4269861"/>
              <a:ext cx="64020" cy="64020"/>
            </a:xfrm>
            <a:prstGeom prst="ellipse">
              <a:avLst/>
            </a:prstGeom>
            <a:solidFill>
              <a:srgbClr val="922B21">
                <a:alpha val="50196"/>
              </a:srgbClr>
            </a:solidFill>
            <a:ln w="9818" cap="rnd">
              <a:solidFill>
                <a:srgbClr val="922B2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2386179" y="4320749"/>
              <a:ext cx="64020" cy="64020"/>
            </a:xfrm>
            <a:prstGeom prst="ellipse">
              <a:avLst/>
            </a:prstGeom>
            <a:solidFill>
              <a:srgbClr val="922B21">
                <a:alpha val="50196"/>
              </a:srgbClr>
            </a:solidFill>
            <a:ln w="9818" cap="rnd">
              <a:solidFill>
                <a:srgbClr val="922B2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2486776" y="4752801"/>
              <a:ext cx="64020" cy="64020"/>
            </a:xfrm>
            <a:prstGeom prst="ellipse">
              <a:avLst/>
            </a:prstGeom>
            <a:solidFill>
              <a:srgbClr val="922B21">
                <a:alpha val="50196"/>
              </a:srgbClr>
            </a:solidFill>
            <a:ln w="9818" cap="rnd">
              <a:solidFill>
                <a:srgbClr val="922B2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2473357" y="4778880"/>
              <a:ext cx="64020" cy="64020"/>
            </a:xfrm>
            <a:prstGeom prst="ellipse">
              <a:avLst/>
            </a:prstGeom>
            <a:solidFill>
              <a:srgbClr val="922B21">
                <a:alpha val="50196"/>
              </a:srgbClr>
            </a:solidFill>
            <a:ln w="9818" cap="rnd">
              <a:solidFill>
                <a:srgbClr val="922B2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2646513" y="4934822"/>
              <a:ext cx="64020" cy="64020"/>
            </a:xfrm>
            <a:prstGeom prst="ellipse">
              <a:avLst/>
            </a:prstGeom>
            <a:solidFill>
              <a:srgbClr val="922B21">
                <a:alpha val="50196"/>
              </a:srgbClr>
            </a:solidFill>
            <a:ln w="9818" cap="rnd">
              <a:solidFill>
                <a:srgbClr val="922B2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2768699" y="4562565"/>
              <a:ext cx="64020" cy="64020"/>
            </a:xfrm>
            <a:prstGeom prst="ellipse">
              <a:avLst/>
            </a:prstGeom>
            <a:solidFill>
              <a:srgbClr val="922B21">
                <a:alpha val="50196"/>
              </a:srgbClr>
            </a:solidFill>
            <a:ln w="9818" cap="rnd">
              <a:solidFill>
                <a:srgbClr val="922B2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2769535" y="4594321"/>
              <a:ext cx="64020" cy="64020"/>
            </a:xfrm>
            <a:prstGeom prst="ellipse">
              <a:avLst/>
            </a:prstGeom>
            <a:solidFill>
              <a:srgbClr val="1E8449">
                <a:alpha val="50196"/>
              </a:srgbClr>
            </a:solidFill>
            <a:ln w="9818" cap="rnd">
              <a:solidFill>
                <a:srgbClr val="1E844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3316204" y="3551183"/>
              <a:ext cx="64020" cy="64020"/>
            </a:xfrm>
            <a:prstGeom prst="ellipse">
              <a:avLst/>
            </a:prstGeom>
            <a:solidFill>
              <a:srgbClr val="1E8449">
                <a:alpha val="50196"/>
              </a:srgbClr>
            </a:solidFill>
            <a:ln w="9818" cap="rnd">
              <a:solidFill>
                <a:srgbClr val="1E844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3049011" y="3732061"/>
              <a:ext cx="64020" cy="64020"/>
            </a:xfrm>
            <a:prstGeom prst="ellipse">
              <a:avLst/>
            </a:prstGeom>
            <a:solidFill>
              <a:srgbClr val="1E8449">
                <a:alpha val="50196"/>
              </a:srgbClr>
            </a:solidFill>
            <a:ln w="9818" cap="rnd">
              <a:solidFill>
                <a:srgbClr val="1E844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2847620" y="4086935"/>
              <a:ext cx="64020" cy="64020"/>
            </a:xfrm>
            <a:prstGeom prst="ellipse">
              <a:avLst/>
            </a:prstGeom>
            <a:solidFill>
              <a:srgbClr val="1E8449">
                <a:alpha val="50196"/>
              </a:srgbClr>
            </a:solidFill>
            <a:ln w="9818" cap="rnd">
              <a:solidFill>
                <a:srgbClr val="1E844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2840877" y="4140901"/>
              <a:ext cx="64020" cy="64020"/>
            </a:xfrm>
            <a:prstGeom prst="ellipse">
              <a:avLst/>
            </a:prstGeom>
            <a:solidFill>
              <a:srgbClr val="1E8449">
                <a:alpha val="50196"/>
              </a:srgbClr>
            </a:solidFill>
            <a:ln w="9818" cap="rnd">
              <a:solidFill>
                <a:srgbClr val="1E844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2546593" y="4240356"/>
              <a:ext cx="64020" cy="64020"/>
            </a:xfrm>
            <a:prstGeom prst="ellipse">
              <a:avLst/>
            </a:prstGeom>
            <a:solidFill>
              <a:srgbClr val="922B21">
                <a:alpha val="50196"/>
              </a:srgbClr>
            </a:solidFill>
            <a:ln w="9818" cap="rnd">
              <a:solidFill>
                <a:srgbClr val="922B2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2454120" y="4916577"/>
              <a:ext cx="64020" cy="64020"/>
            </a:xfrm>
            <a:prstGeom prst="ellipse">
              <a:avLst/>
            </a:prstGeom>
            <a:solidFill>
              <a:srgbClr val="922B21">
                <a:alpha val="50196"/>
              </a:srgbClr>
            </a:solidFill>
            <a:ln w="9818" cap="rnd">
              <a:solidFill>
                <a:srgbClr val="922B21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3867634" y="3119499"/>
              <a:ext cx="64020" cy="64020"/>
            </a:xfrm>
            <a:prstGeom prst="ellipse">
              <a:avLst/>
            </a:prstGeom>
            <a:solidFill>
              <a:srgbClr val="1E8449">
                <a:alpha val="50196"/>
              </a:srgbClr>
            </a:solidFill>
            <a:ln w="9818" cap="rnd">
              <a:solidFill>
                <a:srgbClr val="1E844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2415366" y="5024858"/>
              <a:ext cx="64020" cy="64020"/>
            </a:xfrm>
            <a:prstGeom prst="ellipse">
              <a:avLst/>
            </a:prstGeom>
            <a:solidFill>
              <a:srgbClr val="C0392B">
                <a:alpha val="50196"/>
              </a:srgbClr>
            </a:solidFill>
            <a:ln w="9818" cap="rnd">
              <a:solidFill>
                <a:srgbClr val="C0392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2168591" y="5048565"/>
              <a:ext cx="64020" cy="64020"/>
            </a:xfrm>
            <a:prstGeom prst="ellipse">
              <a:avLst/>
            </a:prstGeom>
            <a:solidFill>
              <a:srgbClr val="C0392B">
                <a:alpha val="50196"/>
              </a:srgbClr>
            </a:solidFill>
            <a:ln w="9818" cap="rnd">
              <a:solidFill>
                <a:srgbClr val="C0392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2917272" y="4744951"/>
              <a:ext cx="64020" cy="64020"/>
            </a:xfrm>
            <a:prstGeom prst="ellipse">
              <a:avLst/>
            </a:prstGeom>
            <a:solidFill>
              <a:srgbClr val="C0392B">
                <a:alpha val="50196"/>
              </a:srgbClr>
            </a:solidFill>
            <a:ln w="9818" cap="rnd">
              <a:solidFill>
                <a:srgbClr val="C0392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2687008" y="4655007"/>
              <a:ext cx="64020" cy="64020"/>
            </a:xfrm>
            <a:prstGeom prst="ellipse">
              <a:avLst/>
            </a:prstGeom>
            <a:solidFill>
              <a:srgbClr val="C0392B">
                <a:alpha val="50196"/>
              </a:srgbClr>
            </a:solidFill>
            <a:ln w="9818" cap="rnd">
              <a:solidFill>
                <a:srgbClr val="C0392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2547829" y="4532803"/>
              <a:ext cx="64020" cy="64020"/>
            </a:xfrm>
            <a:prstGeom prst="ellipse">
              <a:avLst/>
            </a:prstGeom>
            <a:solidFill>
              <a:srgbClr val="C0392B">
                <a:alpha val="50196"/>
              </a:srgbClr>
            </a:solidFill>
            <a:ln w="9818" cap="rnd">
              <a:solidFill>
                <a:srgbClr val="C0392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2567258" y="4534391"/>
              <a:ext cx="64020" cy="64020"/>
            </a:xfrm>
            <a:prstGeom prst="ellipse">
              <a:avLst/>
            </a:prstGeom>
            <a:solidFill>
              <a:srgbClr val="C0392B">
                <a:alpha val="50196"/>
              </a:srgbClr>
            </a:solidFill>
            <a:ln w="9818" cap="rnd">
              <a:solidFill>
                <a:srgbClr val="C0392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2966923" y="4282165"/>
              <a:ext cx="64020" cy="64020"/>
            </a:xfrm>
            <a:prstGeom prst="ellipse">
              <a:avLst/>
            </a:prstGeom>
            <a:solidFill>
              <a:srgbClr val="C0392B">
                <a:alpha val="50196"/>
              </a:srgbClr>
            </a:solidFill>
            <a:ln w="9818" cap="rnd">
              <a:solidFill>
                <a:srgbClr val="C0392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2767144" y="4442835"/>
              <a:ext cx="64020" cy="64020"/>
            </a:xfrm>
            <a:prstGeom prst="ellipse">
              <a:avLst/>
            </a:prstGeom>
            <a:solidFill>
              <a:srgbClr val="C0392B">
                <a:alpha val="50196"/>
              </a:srgbClr>
            </a:solidFill>
            <a:ln w="9818" cap="rnd">
              <a:solidFill>
                <a:srgbClr val="C0392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2835251" y="4351779"/>
              <a:ext cx="64020" cy="64020"/>
            </a:xfrm>
            <a:prstGeom prst="ellipse">
              <a:avLst/>
            </a:prstGeom>
            <a:solidFill>
              <a:srgbClr val="1E8449">
                <a:alpha val="50196"/>
              </a:srgbClr>
            </a:solidFill>
            <a:ln w="9818" cap="rnd">
              <a:solidFill>
                <a:srgbClr val="1E844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2823879" y="4219412"/>
              <a:ext cx="64020" cy="64020"/>
            </a:xfrm>
            <a:prstGeom prst="ellipse">
              <a:avLst/>
            </a:prstGeom>
            <a:solidFill>
              <a:srgbClr val="1E8449">
                <a:alpha val="50196"/>
              </a:srgbClr>
            </a:solidFill>
            <a:ln w="9818" cap="rnd">
              <a:solidFill>
                <a:srgbClr val="1E844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3859945" y="3109201"/>
              <a:ext cx="64020" cy="64020"/>
            </a:xfrm>
            <a:prstGeom prst="ellipse">
              <a:avLst/>
            </a:prstGeom>
            <a:solidFill>
              <a:srgbClr val="1E8449">
                <a:alpha val="50196"/>
              </a:srgbClr>
            </a:solidFill>
            <a:ln w="9818" cap="rnd">
              <a:solidFill>
                <a:srgbClr val="1E844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2752033" y="4197943"/>
              <a:ext cx="64020" cy="64020"/>
            </a:xfrm>
            <a:prstGeom prst="ellipse">
              <a:avLst/>
            </a:prstGeom>
            <a:solidFill>
              <a:srgbClr val="1E8449">
                <a:alpha val="50196"/>
              </a:srgbClr>
            </a:solidFill>
            <a:ln w="9818" cap="rnd">
              <a:solidFill>
                <a:srgbClr val="1E844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3865295" y="3127733"/>
              <a:ext cx="64020" cy="64020"/>
            </a:xfrm>
            <a:prstGeom prst="ellipse">
              <a:avLst/>
            </a:prstGeom>
            <a:solidFill>
              <a:srgbClr val="1E8449">
                <a:alpha val="50196"/>
              </a:srgbClr>
            </a:solidFill>
            <a:ln w="9818" cap="rnd">
              <a:solidFill>
                <a:srgbClr val="1E844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3569566" y="3250940"/>
              <a:ext cx="64020" cy="64020"/>
            </a:xfrm>
            <a:prstGeom prst="ellipse">
              <a:avLst/>
            </a:prstGeom>
            <a:solidFill>
              <a:srgbClr val="1E8449">
                <a:alpha val="50196"/>
              </a:srgbClr>
            </a:solidFill>
            <a:ln w="9818" cap="rnd">
              <a:solidFill>
                <a:srgbClr val="1E844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2934118" y="3916985"/>
              <a:ext cx="64020" cy="64020"/>
            </a:xfrm>
            <a:prstGeom prst="ellipse">
              <a:avLst/>
            </a:prstGeom>
            <a:solidFill>
              <a:srgbClr val="1E8449">
                <a:alpha val="50196"/>
              </a:srgbClr>
            </a:solidFill>
            <a:ln w="9818" cap="rnd">
              <a:solidFill>
                <a:srgbClr val="1E844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3841079" y="3139812"/>
              <a:ext cx="64020" cy="64020"/>
            </a:xfrm>
            <a:prstGeom prst="ellipse">
              <a:avLst/>
            </a:prstGeom>
            <a:solidFill>
              <a:srgbClr val="1E8449">
                <a:alpha val="50196"/>
              </a:srgbClr>
            </a:solidFill>
            <a:ln w="9818" cap="rnd">
              <a:solidFill>
                <a:srgbClr val="1E844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3787547" y="2953040"/>
              <a:ext cx="64020" cy="64020"/>
            </a:xfrm>
            <a:prstGeom prst="ellipse">
              <a:avLst/>
            </a:prstGeom>
            <a:solidFill>
              <a:srgbClr val="1E8449">
                <a:alpha val="50196"/>
              </a:srgbClr>
            </a:solidFill>
            <a:ln w="9818" cap="rnd">
              <a:solidFill>
                <a:srgbClr val="1E844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3800995" y="3088898"/>
              <a:ext cx="64020" cy="64020"/>
            </a:xfrm>
            <a:prstGeom prst="ellipse">
              <a:avLst/>
            </a:prstGeom>
            <a:solidFill>
              <a:srgbClr val="1E8449">
                <a:alpha val="50196"/>
              </a:srgbClr>
            </a:solidFill>
            <a:ln w="9818" cap="rnd">
              <a:solidFill>
                <a:srgbClr val="1E844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3277621" y="3755568"/>
              <a:ext cx="64020" cy="64020"/>
            </a:xfrm>
            <a:prstGeom prst="ellipse">
              <a:avLst/>
            </a:prstGeom>
            <a:solidFill>
              <a:srgbClr val="1E8449">
                <a:alpha val="50196"/>
              </a:srgbClr>
            </a:solidFill>
            <a:ln w="9818" cap="rnd">
              <a:solidFill>
                <a:srgbClr val="1E844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2717394" y="4599156"/>
              <a:ext cx="64020" cy="64020"/>
            </a:xfrm>
            <a:prstGeom prst="ellipse">
              <a:avLst/>
            </a:prstGeom>
            <a:solidFill>
              <a:srgbClr val="27AE60">
                <a:alpha val="50196"/>
              </a:srgbClr>
            </a:solidFill>
            <a:ln w="9818" cap="rnd">
              <a:solidFill>
                <a:srgbClr val="27AE60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3034924" y="3787943"/>
              <a:ext cx="64020" cy="64020"/>
            </a:xfrm>
            <a:prstGeom prst="ellipse">
              <a:avLst/>
            </a:prstGeom>
            <a:solidFill>
              <a:srgbClr val="27AE60">
                <a:alpha val="50196"/>
              </a:srgbClr>
            </a:solidFill>
            <a:ln w="9818" cap="rnd">
              <a:solidFill>
                <a:srgbClr val="27AE60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3883836" y="3473067"/>
              <a:ext cx="64020" cy="64020"/>
            </a:xfrm>
            <a:prstGeom prst="ellipse">
              <a:avLst/>
            </a:prstGeom>
            <a:solidFill>
              <a:srgbClr val="27AE60">
                <a:alpha val="50196"/>
              </a:srgbClr>
            </a:solidFill>
            <a:ln w="9818" cap="rnd">
              <a:solidFill>
                <a:srgbClr val="27AE60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3381723" y="4188023"/>
              <a:ext cx="64020" cy="64020"/>
            </a:xfrm>
            <a:prstGeom prst="ellipse">
              <a:avLst/>
            </a:prstGeom>
            <a:solidFill>
              <a:srgbClr val="27AE60">
                <a:alpha val="50196"/>
              </a:srgbClr>
            </a:solidFill>
            <a:ln w="9818" cap="rnd">
              <a:solidFill>
                <a:srgbClr val="27AE60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4089108" y="2546640"/>
              <a:ext cx="64020" cy="64020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818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4077703" y="3002051"/>
              <a:ext cx="64020" cy="64020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818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4153172" y="3220828"/>
              <a:ext cx="64020" cy="64020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818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4255681" y="2857327"/>
              <a:ext cx="64020" cy="64020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818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2881331" y="4046751"/>
              <a:ext cx="64020" cy="64020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818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3810591" y="3430359"/>
              <a:ext cx="64020" cy="64020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818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3845174" y="3377766"/>
              <a:ext cx="64020" cy="64020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818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3099967" y="3962197"/>
              <a:ext cx="64020" cy="64020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818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3301857" y="2937435"/>
              <a:ext cx="64020" cy="64020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818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4061786" y="3058284"/>
              <a:ext cx="64020" cy="64020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818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3066979" y="3885536"/>
              <a:ext cx="64020" cy="64020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818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3346833" y="2929308"/>
              <a:ext cx="64020" cy="64020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818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3901232" y="2312412"/>
              <a:ext cx="64020" cy="64020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818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3412985" y="3169060"/>
              <a:ext cx="64020" cy="64020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818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4016181" y="2879564"/>
              <a:ext cx="64020" cy="64020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818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4014240" y="3043683"/>
              <a:ext cx="64020" cy="64020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818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3285032" y="3771048"/>
              <a:ext cx="64020" cy="64020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818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3915311" y="2461175"/>
              <a:ext cx="64020" cy="64020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818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3816541" y="3178400"/>
              <a:ext cx="64020" cy="64020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818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2095240" y="5364108"/>
              <a:ext cx="64020" cy="64020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818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4064854" y="3228756"/>
              <a:ext cx="64020" cy="64020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818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2478355" y="4516785"/>
              <a:ext cx="64020" cy="64020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818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4066108" y="2482501"/>
              <a:ext cx="64020" cy="64020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818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4052526" y="2355470"/>
              <a:ext cx="64020" cy="64020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818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2898564" y="4100244"/>
              <a:ext cx="64020" cy="64020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818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3376942" y="3732425"/>
              <a:ext cx="64020" cy="64020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818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3827582" y="3289817"/>
              <a:ext cx="64020" cy="64020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818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3973064" y="3087006"/>
              <a:ext cx="64020" cy="64020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818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3957278" y="3025252"/>
              <a:ext cx="64020" cy="64020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818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2328819" y="5139112"/>
              <a:ext cx="64020" cy="64020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818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2130615" y="4638898"/>
              <a:ext cx="64020" cy="64020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818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4033540" y="3056479"/>
              <a:ext cx="64020" cy="64020"/>
            </a:xfrm>
            <a:prstGeom prst="ellipse">
              <a:avLst/>
            </a:prstGeom>
            <a:solidFill>
              <a:srgbClr val="3498DB">
                <a:alpha val="50196"/>
              </a:srgbClr>
            </a:solidFill>
            <a:ln w="9818" cap="rnd">
              <a:solidFill>
                <a:srgbClr val="3498DB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4221638" y="2825197"/>
              <a:ext cx="64020" cy="64020"/>
            </a:xfrm>
            <a:prstGeom prst="ellipse">
              <a:avLst/>
            </a:prstGeom>
            <a:solidFill>
              <a:srgbClr val="2980B9">
                <a:alpha val="50196"/>
              </a:srgbClr>
            </a:solidFill>
            <a:ln w="9818" cap="rnd">
              <a:solidFill>
                <a:srgbClr val="2980B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2479838" y="5040300"/>
              <a:ext cx="64020" cy="64020"/>
            </a:xfrm>
            <a:prstGeom prst="ellipse">
              <a:avLst/>
            </a:prstGeom>
            <a:solidFill>
              <a:srgbClr val="2980B9">
                <a:alpha val="50196"/>
              </a:srgbClr>
            </a:solidFill>
            <a:ln w="9818" cap="rnd">
              <a:solidFill>
                <a:srgbClr val="2980B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4280508" y="2679663"/>
              <a:ext cx="64020" cy="64020"/>
            </a:xfrm>
            <a:prstGeom prst="ellipse">
              <a:avLst/>
            </a:prstGeom>
            <a:solidFill>
              <a:srgbClr val="2980B9">
                <a:alpha val="50196"/>
              </a:srgbClr>
            </a:solidFill>
            <a:ln w="9818" cap="rnd">
              <a:solidFill>
                <a:srgbClr val="2980B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4301203" y="3033546"/>
              <a:ext cx="64020" cy="64020"/>
            </a:xfrm>
            <a:prstGeom prst="ellipse">
              <a:avLst/>
            </a:prstGeom>
            <a:solidFill>
              <a:srgbClr val="2980B9">
                <a:alpha val="50196"/>
              </a:srgbClr>
            </a:solidFill>
            <a:ln w="9818" cap="rnd">
              <a:solidFill>
                <a:srgbClr val="2980B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4432275" y="3250099"/>
              <a:ext cx="64020" cy="64020"/>
            </a:xfrm>
            <a:prstGeom prst="ellipse">
              <a:avLst/>
            </a:prstGeom>
            <a:solidFill>
              <a:srgbClr val="2980B9">
                <a:alpha val="50196"/>
              </a:srgbClr>
            </a:solidFill>
            <a:ln w="9818" cap="rnd">
              <a:solidFill>
                <a:srgbClr val="2980B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4753397" y="4156314"/>
              <a:ext cx="64020" cy="64020"/>
            </a:xfrm>
            <a:prstGeom prst="ellipse">
              <a:avLst/>
            </a:prstGeom>
            <a:solidFill>
              <a:srgbClr val="2980B9">
                <a:alpha val="50196"/>
              </a:srgbClr>
            </a:solidFill>
            <a:ln w="9818" cap="rnd">
              <a:solidFill>
                <a:srgbClr val="2980B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4605138" y="3605190"/>
              <a:ext cx="64020" cy="64020"/>
            </a:xfrm>
            <a:prstGeom prst="ellipse">
              <a:avLst/>
            </a:prstGeom>
            <a:solidFill>
              <a:srgbClr val="2980B9">
                <a:alpha val="50196"/>
              </a:srgbClr>
            </a:solidFill>
            <a:ln w="9818" cap="rnd">
              <a:solidFill>
                <a:srgbClr val="2980B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4127877" y="2480232"/>
              <a:ext cx="64020" cy="64020"/>
            </a:xfrm>
            <a:prstGeom prst="ellipse">
              <a:avLst/>
            </a:prstGeom>
            <a:solidFill>
              <a:srgbClr val="2980B9">
                <a:alpha val="50196"/>
              </a:srgbClr>
            </a:solidFill>
            <a:ln w="9818" cap="rnd">
              <a:solidFill>
                <a:srgbClr val="2980B9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4527023" y="3900932"/>
              <a:ext cx="64020" cy="64020"/>
            </a:xfrm>
            <a:prstGeom prst="ellipse">
              <a:avLst/>
            </a:prstGeom>
            <a:solidFill>
              <a:srgbClr val="1ABC9C">
                <a:alpha val="50196"/>
              </a:srgbClr>
            </a:solidFill>
            <a:ln w="9818" cap="rnd">
              <a:solidFill>
                <a:srgbClr val="1ABC9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4012735" y="2392111"/>
              <a:ext cx="64020" cy="64020"/>
            </a:xfrm>
            <a:prstGeom prst="ellipse">
              <a:avLst/>
            </a:prstGeom>
            <a:solidFill>
              <a:srgbClr val="1ABC9C">
                <a:alpha val="50196"/>
              </a:srgbClr>
            </a:solidFill>
            <a:ln w="9818" cap="rnd">
              <a:solidFill>
                <a:srgbClr val="1ABC9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4264657" y="3090397"/>
              <a:ext cx="64020" cy="64020"/>
            </a:xfrm>
            <a:prstGeom prst="ellipse">
              <a:avLst/>
            </a:prstGeom>
            <a:solidFill>
              <a:srgbClr val="1ABC9C">
                <a:alpha val="50196"/>
              </a:srgbClr>
            </a:solidFill>
            <a:ln w="9818" cap="rnd">
              <a:solidFill>
                <a:srgbClr val="1ABC9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4197498" y="3083165"/>
              <a:ext cx="64020" cy="64020"/>
            </a:xfrm>
            <a:prstGeom prst="ellipse">
              <a:avLst/>
            </a:prstGeom>
            <a:solidFill>
              <a:srgbClr val="1ABC9C">
                <a:alpha val="50196"/>
              </a:srgbClr>
            </a:solidFill>
            <a:ln w="9818" cap="rnd">
              <a:solidFill>
                <a:srgbClr val="1ABC9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3959442" y="2318893"/>
              <a:ext cx="64020" cy="64020"/>
            </a:xfrm>
            <a:prstGeom prst="ellipse">
              <a:avLst/>
            </a:prstGeom>
            <a:solidFill>
              <a:srgbClr val="1ABC9C">
                <a:alpha val="50196"/>
              </a:srgbClr>
            </a:solidFill>
            <a:ln w="9818" cap="rnd">
              <a:solidFill>
                <a:srgbClr val="1ABC9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4442019" y="3584330"/>
              <a:ext cx="64020" cy="64020"/>
            </a:xfrm>
            <a:prstGeom prst="ellipse">
              <a:avLst/>
            </a:prstGeom>
            <a:solidFill>
              <a:srgbClr val="1ABC9C">
                <a:alpha val="50196"/>
              </a:srgbClr>
            </a:solidFill>
            <a:ln w="9818" cap="rnd">
              <a:solidFill>
                <a:srgbClr val="1ABC9C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rc270"/>
            <p:cNvSpPr/>
            <p:nvPr/>
          </p:nvSpPr>
          <p:spPr>
            <a:xfrm>
              <a:off x="4043769" y="3427825"/>
              <a:ext cx="160059" cy="160059"/>
            </a:xfrm>
            <a:prstGeom prst="rect">
              <a:avLst/>
            </a:prstGeom>
            <a:solidFill>
              <a:srgbClr val="D35400">
                <a:alpha val="100000"/>
              </a:srgbClr>
            </a:solidFill>
            <a:ln w="18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rc271"/>
            <p:cNvSpPr/>
            <p:nvPr/>
          </p:nvSpPr>
          <p:spPr>
            <a:xfrm>
              <a:off x="3950869" y="1985021"/>
              <a:ext cx="160059" cy="160059"/>
            </a:xfrm>
            <a:prstGeom prst="rect">
              <a:avLst/>
            </a:prstGeom>
            <a:solidFill>
              <a:srgbClr val="2ECC71">
                <a:alpha val="100000"/>
              </a:srgbClr>
            </a:solidFill>
            <a:ln w="18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rc272"/>
            <p:cNvSpPr/>
            <p:nvPr/>
          </p:nvSpPr>
          <p:spPr>
            <a:xfrm>
              <a:off x="6034164" y="5643539"/>
              <a:ext cx="160059" cy="160059"/>
            </a:xfrm>
            <a:prstGeom prst="rect">
              <a:avLst/>
            </a:prstGeom>
            <a:solidFill>
              <a:srgbClr val="9B59B6">
                <a:alpha val="100000"/>
              </a:srgbClr>
            </a:solidFill>
            <a:ln w="18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rc273"/>
            <p:cNvSpPr/>
            <p:nvPr/>
          </p:nvSpPr>
          <p:spPr>
            <a:xfrm>
              <a:off x="1212975" y="5807929"/>
              <a:ext cx="160059" cy="160059"/>
            </a:xfrm>
            <a:prstGeom prst="rect">
              <a:avLst/>
            </a:prstGeom>
            <a:solidFill>
              <a:srgbClr val="E74C3C">
                <a:alpha val="100000"/>
              </a:srgbClr>
            </a:solidFill>
            <a:ln w="18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rc274"/>
            <p:cNvSpPr/>
            <p:nvPr/>
          </p:nvSpPr>
          <p:spPr>
            <a:xfrm>
              <a:off x="3437896" y="3654832"/>
              <a:ext cx="160059" cy="160059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  <a:ln w="18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rc275"/>
            <p:cNvSpPr/>
            <p:nvPr/>
          </p:nvSpPr>
          <p:spPr>
            <a:xfrm>
              <a:off x="3248346" y="3618817"/>
              <a:ext cx="160059" cy="160059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  <a:ln w="18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rc276"/>
            <p:cNvSpPr/>
            <p:nvPr/>
          </p:nvSpPr>
          <p:spPr>
            <a:xfrm>
              <a:off x="4185877" y="3013619"/>
              <a:ext cx="160059" cy="160059"/>
            </a:xfrm>
            <a:prstGeom prst="rect">
              <a:avLst/>
            </a:prstGeom>
            <a:solidFill>
              <a:srgbClr val="1ABC9C">
                <a:alpha val="100000"/>
              </a:srgbClr>
            </a:solidFill>
            <a:ln w="18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rc277"/>
            <p:cNvSpPr/>
            <p:nvPr/>
          </p:nvSpPr>
          <p:spPr>
            <a:xfrm>
              <a:off x="3503080" y="3329689"/>
              <a:ext cx="160059" cy="160059"/>
            </a:xfrm>
            <a:prstGeom prst="rect">
              <a:avLst/>
            </a:prstGeom>
            <a:solidFill>
              <a:srgbClr val="3498DB">
                <a:alpha val="100000"/>
              </a:srgbClr>
            </a:solidFill>
            <a:ln w="18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rc278"/>
            <p:cNvSpPr/>
            <p:nvPr/>
          </p:nvSpPr>
          <p:spPr>
            <a:xfrm>
              <a:off x="4102215" y="3335798"/>
              <a:ext cx="160059" cy="160059"/>
            </a:xfrm>
            <a:prstGeom prst="rect">
              <a:avLst/>
            </a:prstGeom>
            <a:solidFill>
              <a:srgbClr val="2980B9">
                <a:alpha val="100000"/>
              </a:srgbClr>
            </a:solidFill>
            <a:ln w="18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rc279"/>
            <p:cNvSpPr/>
            <p:nvPr/>
          </p:nvSpPr>
          <p:spPr>
            <a:xfrm>
              <a:off x="2516846" y="4549057"/>
              <a:ext cx="160059" cy="160059"/>
            </a:xfrm>
            <a:prstGeom prst="rect">
              <a:avLst/>
            </a:prstGeom>
            <a:solidFill>
              <a:srgbClr val="922B21">
                <a:alpha val="100000"/>
              </a:srgbClr>
            </a:solidFill>
            <a:ln w="18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rc280"/>
            <p:cNvSpPr/>
            <p:nvPr/>
          </p:nvSpPr>
          <p:spPr>
            <a:xfrm>
              <a:off x="2581655" y="4610178"/>
              <a:ext cx="160059" cy="160059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  <a:ln w="18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rc281"/>
            <p:cNvSpPr/>
            <p:nvPr/>
          </p:nvSpPr>
          <p:spPr>
            <a:xfrm>
              <a:off x="2306020" y="5299628"/>
              <a:ext cx="160059" cy="160059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  <a:ln w="18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2"/>
            <p:cNvSpPr/>
            <p:nvPr/>
          </p:nvSpPr>
          <p:spPr>
            <a:xfrm>
              <a:off x="3602252" y="2974877"/>
              <a:ext cx="521546" cy="532977"/>
            </a:xfrm>
            <a:custGeom>
              <a:avLst/>
              <a:pathLst>
                <a:path w="521546" h="532977">
                  <a:moveTo>
                    <a:pt x="0" y="0"/>
                  </a:moveTo>
                  <a:lnTo>
                    <a:pt x="521546" y="532977"/>
                  </a:lnTo>
                </a:path>
              </a:pathLst>
            </a:custGeom>
            <a:ln w="813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071794" y="3455546"/>
              <a:ext cx="52005" cy="52308"/>
            </a:xfrm>
            <a:custGeom>
              <a:avLst/>
              <a:pathLst>
                <a:path w="52005" h="52308">
                  <a:moveTo>
                    <a:pt x="0" y="37767"/>
                  </a:moveTo>
                  <a:lnTo>
                    <a:pt x="52005" y="52308"/>
                  </a:lnTo>
                  <a:lnTo>
                    <a:pt x="38595" y="0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813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tx284"/>
            <p:cNvSpPr/>
            <p:nvPr/>
          </p:nvSpPr>
          <p:spPr>
            <a:xfrm>
              <a:off x="3391620" y="2942553"/>
              <a:ext cx="421264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Xenograft</a:t>
              </a:r>
            </a:p>
          </p:txBody>
        </p:sp>
        <p:sp>
          <p:nvSpPr>
            <p:cNvPr id="285" name="pl285"/>
            <p:cNvSpPr/>
            <p:nvPr/>
          </p:nvSpPr>
          <p:spPr>
            <a:xfrm>
              <a:off x="3602252" y="2061202"/>
              <a:ext cx="428645" cy="3848"/>
            </a:xfrm>
            <a:custGeom>
              <a:avLst/>
              <a:pathLst>
                <a:path w="428645" h="3848">
                  <a:moveTo>
                    <a:pt x="0" y="0"/>
                  </a:moveTo>
                  <a:lnTo>
                    <a:pt x="428645" y="3848"/>
                  </a:lnTo>
                </a:path>
              </a:pathLst>
            </a:custGeom>
            <a:ln w="813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983892" y="2037632"/>
              <a:ext cx="47005" cy="53997"/>
            </a:xfrm>
            <a:custGeom>
              <a:avLst/>
              <a:pathLst>
                <a:path w="47005" h="53997">
                  <a:moveTo>
                    <a:pt x="0" y="53997"/>
                  </a:moveTo>
                  <a:lnTo>
                    <a:pt x="47005" y="27418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813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tx287"/>
            <p:cNvSpPr/>
            <p:nvPr/>
          </p:nvSpPr>
          <p:spPr>
            <a:xfrm>
              <a:off x="3542039" y="2028878"/>
              <a:ext cx="120426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G3</a:t>
              </a:r>
            </a:p>
          </p:txBody>
        </p:sp>
        <p:sp>
          <p:nvSpPr>
            <p:cNvPr id="288" name="pl288"/>
            <p:cNvSpPr/>
            <p:nvPr/>
          </p:nvSpPr>
          <p:spPr>
            <a:xfrm>
              <a:off x="5844174" y="5487486"/>
              <a:ext cx="270019" cy="236082"/>
            </a:xfrm>
            <a:custGeom>
              <a:avLst/>
              <a:pathLst>
                <a:path w="270019" h="236082">
                  <a:moveTo>
                    <a:pt x="0" y="0"/>
                  </a:moveTo>
                  <a:lnTo>
                    <a:pt x="270019" y="236082"/>
                  </a:lnTo>
                </a:path>
              </a:pathLst>
            </a:custGeom>
            <a:ln w="813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6061216" y="5672460"/>
              <a:ext cx="52978" cy="51108"/>
            </a:xfrm>
            <a:custGeom>
              <a:avLst/>
              <a:pathLst>
                <a:path w="52978" h="51108">
                  <a:moveTo>
                    <a:pt x="0" y="40652"/>
                  </a:moveTo>
                  <a:lnTo>
                    <a:pt x="52978" y="51108"/>
                  </a:lnTo>
                  <a:lnTo>
                    <a:pt x="35543" y="0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813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tx290"/>
            <p:cNvSpPr/>
            <p:nvPr/>
          </p:nvSpPr>
          <p:spPr>
            <a:xfrm>
              <a:off x="5783961" y="5455162"/>
              <a:ext cx="120426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G4</a:t>
              </a:r>
            </a:p>
          </p:txBody>
        </p:sp>
        <p:sp>
          <p:nvSpPr>
            <p:cNvPr id="291" name="pl291"/>
            <p:cNvSpPr/>
            <p:nvPr/>
          </p:nvSpPr>
          <p:spPr>
            <a:xfrm>
              <a:off x="1293005" y="5715905"/>
              <a:ext cx="462959" cy="172054"/>
            </a:xfrm>
            <a:custGeom>
              <a:avLst/>
              <a:pathLst>
                <a:path w="462959" h="172054">
                  <a:moveTo>
                    <a:pt x="462959" y="0"/>
                  </a:moveTo>
                  <a:lnTo>
                    <a:pt x="0" y="172054"/>
                  </a:lnTo>
                </a:path>
              </a:pathLst>
            </a:custGeom>
            <a:ln w="813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1293005" y="5846359"/>
              <a:ext cx="53241" cy="50617"/>
            </a:xfrm>
            <a:custGeom>
              <a:avLst/>
              <a:pathLst>
                <a:path w="53241" h="50617">
                  <a:moveTo>
                    <a:pt x="34430" y="0"/>
                  </a:moveTo>
                  <a:lnTo>
                    <a:pt x="0" y="41599"/>
                  </a:lnTo>
                  <a:lnTo>
                    <a:pt x="53241" y="50617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813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tx293"/>
            <p:cNvSpPr/>
            <p:nvPr/>
          </p:nvSpPr>
          <p:spPr>
            <a:xfrm>
              <a:off x="1660684" y="5683581"/>
              <a:ext cx="190560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SHH</a:t>
              </a:r>
            </a:p>
          </p:txBody>
        </p:sp>
        <p:sp>
          <p:nvSpPr>
            <p:cNvPr id="294" name="pl294"/>
            <p:cNvSpPr/>
            <p:nvPr/>
          </p:nvSpPr>
          <p:spPr>
            <a:xfrm>
              <a:off x="3470375" y="3203296"/>
              <a:ext cx="47551" cy="531564"/>
            </a:xfrm>
            <a:custGeom>
              <a:avLst/>
              <a:pathLst>
                <a:path w="47551" h="531564">
                  <a:moveTo>
                    <a:pt x="0" y="0"/>
                  </a:moveTo>
                  <a:lnTo>
                    <a:pt x="47551" y="531564"/>
                  </a:lnTo>
                </a:path>
              </a:pathLst>
            </a:custGeom>
            <a:ln w="813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6867" y="3685876"/>
              <a:ext cx="53785" cy="48985"/>
            </a:xfrm>
            <a:custGeom>
              <a:avLst/>
              <a:pathLst>
                <a:path w="53785" h="48985">
                  <a:moveTo>
                    <a:pt x="0" y="4811"/>
                  </a:moveTo>
                  <a:lnTo>
                    <a:pt x="31059" y="48985"/>
                  </a:lnTo>
                  <a:lnTo>
                    <a:pt x="53785" y="0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813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tx296"/>
            <p:cNvSpPr/>
            <p:nvPr/>
          </p:nvSpPr>
          <p:spPr>
            <a:xfrm>
              <a:off x="3309852" y="3170972"/>
              <a:ext cx="321045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G3_IUE</a:t>
              </a:r>
            </a:p>
          </p:txBody>
        </p:sp>
        <p:sp>
          <p:nvSpPr>
            <p:cNvPr id="297" name="pl297"/>
            <p:cNvSpPr/>
            <p:nvPr/>
          </p:nvSpPr>
          <p:spPr>
            <a:xfrm>
              <a:off x="3328376" y="3698846"/>
              <a:ext cx="10121" cy="189706"/>
            </a:xfrm>
            <a:custGeom>
              <a:avLst/>
              <a:pathLst>
                <a:path w="10121" h="189706">
                  <a:moveTo>
                    <a:pt x="10121" y="189706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303906" y="3698846"/>
              <a:ext cx="53923" cy="48137"/>
            </a:xfrm>
            <a:custGeom>
              <a:avLst/>
              <a:pathLst>
                <a:path w="53923" h="48137">
                  <a:moveTo>
                    <a:pt x="53923" y="45260"/>
                  </a:moveTo>
                  <a:lnTo>
                    <a:pt x="24470" y="0"/>
                  </a:lnTo>
                  <a:lnTo>
                    <a:pt x="0" y="48137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813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tx299"/>
            <p:cNvSpPr/>
            <p:nvPr/>
          </p:nvSpPr>
          <p:spPr>
            <a:xfrm>
              <a:off x="3130334" y="3856229"/>
              <a:ext cx="416326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G3_Ortho</a:t>
              </a:r>
            </a:p>
          </p:txBody>
        </p:sp>
        <p:sp>
          <p:nvSpPr>
            <p:cNvPr id="300" name="pl300"/>
            <p:cNvSpPr/>
            <p:nvPr/>
          </p:nvSpPr>
          <p:spPr>
            <a:xfrm>
              <a:off x="3338497" y="3093648"/>
              <a:ext cx="927409" cy="338066"/>
            </a:xfrm>
            <a:custGeom>
              <a:avLst/>
              <a:pathLst>
                <a:path w="927409" h="338066">
                  <a:moveTo>
                    <a:pt x="0" y="338066"/>
                  </a:moveTo>
                  <a:lnTo>
                    <a:pt x="927409" y="0"/>
                  </a:lnTo>
                </a:path>
              </a:pathLst>
            </a:custGeom>
            <a:ln w="813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212722" y="3084298"/>
              <a:ext cx="53184" cy="50734"/>
            </a:xfrm>
            <a:custGeom>
              <a:avLst/>
              <a:pathLst>
                <a:path w="53184" h="50734">
                  <a:moveTo>
                    <a:pt x="18494" y="50734"/>
                  </a:moveTo>
                  <a:lnTo>
                    <a:pt x="53184" y="9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813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tx302"/>
            <p:cNvSpPr/>
            <p:nvPr/>
          </p:nvSpPr>
          <p:spPr>
            <a:xfrm>
              <a:off x="3203120" y="3399391"/>
              <a:ext cx="270753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GMYC</a:t>
              </a:r>
            </a:p>
          </p:txBody>
        </p:sp>
        <p:sp>
          <p:nvSpPr>
            <p:cNvPr id="303" name="pl303"/>
            <p:cNvSpPr/>
            <p:nvPr/>
          </p:nvSpPr>
          <p:spPr>
            <a:xfrm>
              <a:off x="2942864" y="3409719"/>
              <a:ext cx="640246" cy="250415"/>
            </a:xfrm>
            <a:custGeom>
              <a:avLst/>
              <a:pathLst>
                <a:path w="640246" h="250415">
                  <a:moveTo>
                    <a:pt x="0" y="250415"/>
                  </a:moveTo>
                  <a:lnTo>
                    <a:pt x="640246" y="0"/>
                  </a:lnTo>
                </a:path>
              </a:pathLst>
            </a:custGeom>
            <a:ln w="813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529723" y="3401608"/>
              <a:ext cx="53387" cy="50290"/>
            </a:xfrm>
            <a:custGeom>
              <a:avLst/>
              <a:pathLst>
                <a:path w="53387" h="50290">
                  <a:moveTo>
                    <a:pt x="19669" y="50290"/>
                  </a:moveTo>
                  <a:lnTo>
                    <a:pt x="53387" y="81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813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tx305"/>
            <p:cNvSpPr/>
            <p:nvPr/>
          </p:nvSpPr>
          <p:spPr>
            <a:xfrm>
              <a:off x="2815031" y="3627810"/>
              <a:ext cx="255666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GTML</a:t>
              </a:r>
            </a:p>
          </p:txBody>
        </p:sp>
        <p:sp>
          <p:nvSpPr>
            <p:cNvPr id="306" name="pl306"/>
            <p:cNvSpPr/>
            <p:nvPr/>
          </p:nvSpPr>
          <p:spPr>
            <a:xfrm>
              <a:off x="2679108" y="3415828"/>
              <a:ext cx="1503136" cy="701144"/>
            </a:xfrm>
            <a:custGeom>
              <a:avLst/>
              <a:pathLst>
                <a:path w="1503136" h="701144">
                  <a:moveTo>
                    <a:pt x="0" y="701144"/>
                  </a:moveTo>
                  <a:lnTo>
                    <a:pt x="1503136" y="0"/>
                  </a:lnTo>
                </a:path>
              </a:pathLst>
            </a:custGeom>
            <a:ln w="813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128450" y="3411128"/>
              <a:ext cx="53795" cy="48937"/>
            </a:xfrm>
            <a:custGeom>
              <a:avLst/>
              <a:pathLst>
                <a:path w="53795" h="48937">
                  <a:moveTo>
                    <a:pt x="22827" y="48937"/>
                  </a:moveTo>
                  <a:lnTo>
                    <a:pt x="53795" y="46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813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tx308"/>
            <p:cNvSpPr/>
            <p:nvPr/>
          </p:nvSpPr>
          <p:spPr>
            <a:xfrm>
              <a:off x="2425774" y="4084648"/>
              <a:ext cx="506669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GTML_2023</a:t>
              </a:r>
            </a:p>
          </p:txBody>
        </p:sp>
        <p:sp>
          <p:nvSpPr>
            <p:cNvPr id="309" name="pl309"/>
            <p:cNvSpPr/>
            <p:nvPr/>
          </p:nvSpPr>
          <p:spPr>
            <a:xfrm>
              <a:off x="2283475" y="4629087"/>
              <a:ext cx="313400" cy="629980"/>
            </a:xfrm>
            <a:custGeom>
              <a:avLst/>
              <a:pathLst>
                <a:path w="313400" h="629980">
                  <a:moveTo>
                    <a:pt x="0" y="629980"/>
                  </a:moveTo>
                  <a:lnTo>
                    <a:pt x="313400" y="0"/>
                  </a:lnTo>
                </a:path>
              </a:pathLst>
            </a:custGeom>
            <a:ln w="813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2551873" y="4629087"/>
              <a:ext cx="48347" cy="53896"/>
            </a:xfrm>
            <a:custGeom>
              <a:avLst/>
              <a:pathLst>
                <a:path w="48347" h="53896">
                  <a:moveTo>
                    <a:pt x="48347" y="53896"/>
                  </a:moveTo>
                  <a:lnTo>
                    <a:pt x="45003" y="0"/>
                  </a:lnTo>
                  <a:lnTo>
                    <a:pt x="0" y="2984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813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tx311"/>
            <p:cNvSpPr/>
            <p:nvPr/>
          </p:nvSpPr>
          <p:spPr>
            <a:xfrm>
              <a:off x="2025157" y="5226743"/>
              <a:ext cx="516636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SHH_Nestin</a:t>
              </a:r>
            </a:p>
          </p:txBody>
        </p:sp>
        <p:sp>
          <p:nvSpPr>
            <p:cNvPr id="312" name="pl312"/>
            <p:cNvSpPr/>
            <p:nvPr/>
          </p:nvSpPr>
          <p:spPr>
            <a:xfrm>
              <a:off x="2547231" y="4345391"/>
              <a:ext cx="114453" cy="344816"/>
            </a:xfrm>
            <a:custGeom>
              <a:avLst/>
              <a:pathLst>
                <a:path w="114453" h="344816">
                  <a:moveTo>
                    <a:pt x="0" y="0"/>
                  </a:moveTo>
                  <a:lnTo>
                    <a:pt x="114453" y="344816"/>
                  </a:lnTo>
                </a:path>
              </a:pathLst>
            </a:custGeom>
            <a:ln w="813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2621327" y="4637317"/>
              <a:ext cx="51250" cy="52889"/>
            </a:xfrm>
            <a:custGeom>
              <a:avLst/>
              <a:pathLst>
                <a:path w="51250" h="52889">
                  <a:moveTo>
                    <a:pt x="0" y="17011"/>
                  </a:moveTo>
                  <a:lnTo>
                    <a:pt x="40357" y="52889"/>
                  </a:lnTo>
                  <a:lnTo>
                    <a:pt x="51250" y="0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813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tx314"/>
            <p:cNvSpPr/>
            <p:nvPr/>
          </p:nvSpPr>
          <p:spPr>
            <a:xfrm>
              <a:off x="2329055" y="4313067"/>
              <a:ext cx="436351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SHH_Ptch</a:t>
              </a:r>
            </a:p>
          </p:txBody>
        </p:sp>
        <p:sp>
          <p:nvSpPr>
            <p:cNvPr id="315" name="pl315"/>
            <p:cNvSpPr/>
            <p:nvPr/>
          </p:nvSpPr>
          <p:spPr>
            <a:xfrm>
              <a:off x="2386049" y="5379658"/>
              <a:ext cx="161181" cy="336247"/>
            </a:xfrm>
            <a:custGeom>
              <a:avLst/>
              <a:pathLst>
                <a:path w="161181" h="336247">
                  <a:moveTo>
                    <a:pt x="161181" y="336247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2381917" y="5379658"/>
              <a:ext cx="48694" cy="53841"/>
            </a:xfrm>
            <a:custGeom>
              <a:avLst/>
              <a:pathLst>
                <a:path w="48694" h="53841">
                  <a:moveTo>
                    <a:pt x="48694" y="30499"/>
                  </a:moveTo>
                  <a:lnTo>
                    <a:pt x="4132" y="0"/>
                  </a:lnTo>
                  <a:lnTo>
                    <a:pt x="0" y="53841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813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tx317"/>
            <p:cNvSpPr/>
            <p:nvPr/>
          </p:nvSpPr>
          <p:spPr>
            <a:xfrm>
              <a:off x="2492092" y="5683581"/>
              <a:ext cx="110276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ZF</a:t>
              </a:r>
            </a:p>
          </p:txBody>
        </p:sp>
        <p:sp>
          <p:nvSpPr>
            <p:cNvPr id="318" name="pg318"/>
            <p:cNvSpPr/>
            <p:nvPr/>
          </p:nvSpPr>
          <p:spPr>
            <a:xfrm>
              <a:off x="41553" y="462269"/>
              <a:ext cx="7385153" cy="6395730"/>
            </a:xfrm>
            <a:custGeom>
              <a:avLst/>
              <a:pathLst>
                <a:path w="7385153" h="6395730">
                  <a:moveTo>
                    <a:pt x="0" y="6395730"/>
                  </a:moveTo>
                  <a:lnTo>
                    <a:pt x="0" y="0"/>
                  </a:lnTo>
                  <a:lnTo>
                    <a:pt x="3692576" y="0"/>
                  </a:lnTo>
                  <a:lnTo>
                    <a:pt x="3692576" y="913675"/>
                  </a:lnTo>
                  <a:lnTo>
                    <a:pt x="1055021" y="5482054"/>
                  </a:lnTo>
                  <a:lnTo>
                    <a:pt x="6330131" y="5482054"/>
                  </a:lnTo>
                  <a:lnTo>
                    <a:pt x="3692576" y="913675"/>
                  </a:lnTo>
                  <a:lnTo>
                    <a:pt x="3692576" y="0"/>
                  </a:lnTo>
                  <a:lnTo>
                    <a:pt x="7385153" y="0"/>
                  </a:lnTo>
                  <a:lnTo>
                    <a:pt x="7385153" y="63957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41553" y="462269"/>
              <a:ext cx="7385153" cy="6395730"/>
            </a:xfrm>
            <a:custGeom>
              <a:avLst/>
              <a:pathLst>
                <a:path w="7385153" h="6395730">
                  <a:moveTo>
                    <a:pt x="0" y="6395730"/>
                  </a:moveTo>
                  <a:lnTo>
                    <a:pt x="0" y="0"/>
                  </a:lnTo>
                  <a:lnTo>
                    <a:pt x="7385153" y="0"/>
                  </a:lnTo>
                  <a:lnTo>
                    <a:pt x="7385153" y="6395730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320" name="pl320"/>
            <p:cNvSpPr/>
            <p:nvPr/>
          </p:nvSpPr>
          <p:spPr>
            <a:xfrm>
              <a:off x="6371685" y="5944324"/>
              <a:ext cx="56203" cy="0"/>
            </a:xfrm>
            <a:custGeom>
              <a:avLst/>
              <a:pathLst>
                <a:path w="56203" h="0">
                  <a:moveTo>
                    <a:pt x="0" y="0"/>
                  </a:moveTo>
                  <a:lnTo>
                    <a:pt x="56203" y="0"/>
                  </a:lnTo>
                </a:path>
              </a:pathLst>
            </a:custGeom>
            <a:ln w="5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l321"/>
            <p:cNvSpPr/>
            <p:nvPr/>
          </p:nvSpPr>
          <p:spPr>
            <a:xfrm>
              <a:off x="5844174" y="5030648"/>
              <a:ext cx="56203" cy="0"/>
            </a:xfrm>
            <a:custGeom>
              <a:avLst/>
              <a:pathLst>
                <a:path w="56203" h="0">
                  <a:moveTo>
                    <a:pt x="0" y="0"/>
                  </a:moveTo>
                  <a:lnTo>
                    <a:pt x="56203" y="0"/>
                  </a:lnTo>
                </a:path>
              </a:pathLst>
            </a:custGeom>
            <a:ln w="5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l322"/>
            <p:cNvSpPr/>
            <p:nvPr/>
          </p:nvSpPr>
          <p:spPr>
            <a:xfrm>
              <a:off x="5316663" y="4116972"/>
              <a:ext cx="56203" cy="0"/>
            </a:xfrm>
            <a:custGeom>
              <a:avLst/>
              <a:pathLst>
                <a:path w="56203" h="0">
                  <a:moveTo>
                    <a:pt x="0" y="0"/>
                  </a:moveTo>
                  <a:lnTo>
                    <a:pt x="56203" y="0"/>
                  </a:lnTo>
                </a:path>
              </a:pathLst>
            </a:custGeom>
            <a:ln w="5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l323"/>
            <p:cNvSpPr/>
            <p:nvPr/>
          </p:nvSpPr>
          <p:spPr>
            <a:xfrm>
              <a:off x="4789152" y="3203296"/>
              <a:ext cx="56203" cy="0"/>
            </a:xfrm>
            <a:custGeom>
              <a:avLst/>
              <a:pathLst>
                <a:path w="56203" h="0">
                  <a:moveTo>
                    <a:pt x="0" y="0"/>
                  </a:moveTo>
                  <a:lnTo>
                    <a:pt x="56203" y="0"/>
                  </a:lnTo>
                </a:path>
              </a:pathLst>
            </a:custGeom>
            <a:ln w="5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l324"/>
            <p:cNvSpPr/>
            <p:nvPr/>
          </p:nvSpPr>
          <p:spPr>
            <a:xfrm>
              <a:off x="4261641" y="2289621"/>
              <a:ext cx="56203" cy="0"/>
            </a:xfrm>
            <a:custGeom>
              <a:avLst/>
              <a:pathLst>
                <a:path w="56203" h="0">
                  <a:moveTo>
                    <a:pt x="0" y="0"/>
                  </a:moveTo>
                  <a:lnTo>
                    <a:pt x="56203" y="0"/>
                  </a:lnTo>
                </a:path>
              </a:pathLst>
            </a:custGeom>
            <a:ln w="5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l325"/>
            <p:cNvSpPr/>
            <p:nvPr/>
          </p:nvSpPr>
          <p:spPr>
            <a:xfrm>
              <a:off x="3734130" y="1375945"/>
              <a:ext cx="56203" cy="0"/>
            </a:xfrm>
            <a:custGeom>
              <a:avLst/>
              <a:pathLst>
                <a:path w="56203" h="0">
                  <a:moveTo>
                    <a:pt x="0" y="0"/>
                  </a:moveTo>
                  <a:lnTo>
                    <a:pt x="56203" y="0"/>
                  </a:lnTo>
                </a:path>
              </a:pathLst>
            </a:custGeom>
            <a:ln w="5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l326"/>
            <p:cNvSpPr/>
            <p:nvPr/>
          </p:nvSpPr>
          <p:spPr>
            <a:xfrm>
              <a:off x="6107930" y="5487486"/>
              <a:ext cx="28101" cy="0"/>
            </a:xfrm>
            <a:custGeom>
              <a:avLst/>
              <a:pathLst>
                <a:path w="28101" h="0">
                  <a:moveTo>
                    <a:pt x="0" y="0"/>
                  </a:moveTo>
                  <a:lnTo>
                    <a:pt x="28101" y="0"/>
                  </a:lnTo>
                </a:path>
              </a:pathLst>
            </a:custGeom>
            <a:ln w="5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l327"/>
            <p:cNvSpPr/>
            <p:nvPr/>
          </p:nvSpPr>
          <p:spPr>
            <a:xfrm>
              <a:off x="5580419" y="4573810"/>
              <a:ext cx="28101" cy="0"/>
            </a:xfrm>
            <a:custGeom>
              <a:avLst/>
              <a:pathLst>
                <a:path w="28101" h="0">
                  <a:moveTo>
                    <a:pt x="0" y="0"/>
                  </a:moveTo>
                  <a:lnTo>
                    <a:pt x="28101" y="0"/>
                  </a:lnTo>
                </a:path>
              </a:pathLst>
            </a:custGeom>
            <a:ln w="5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l328"/>
            <p:cNvSpPr/>
            <p:nvPr/>
          </p:nvSpPr>
          <p:spPr>
            <a:xfrm>
              <a:off x="5052908" y="3660134"/>
              <a:ext cx="28101" cy="0"/>
            </a:xfrm>
            <a:custGeom>
              <a:avLst/>
              <a:pathLst>
                <a:path w="28101" h="0">
                  <a:moveTo>
                    <a:pt x="0" y="0"/>
                  </a:moveTo>
                  <a:lnTo>
                    <a:pt x="28101" y="0"/>
                  </a:lnTo>
                </a:path>
              </a:pathLst>
            </a:custGeom>
            <a:ln w="5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l329"/>
            <p:cNvSpPr/>
            <p:nvPr/>
          </p:nvSpPr>
          <p:spPr>
            <a:xfrm>
              <a:off x="4525397" y="2746458"/>
              <a:ext cx="28101" cy="0"/>
            </a:xfrm>
            <a:custGeom>
              <a:avLst/>
              <a:pathLst>
                <a:path w="28101" h="0">
                  <a:moveTo>
                    <a:pt x="0" y="0"/>
                  </a:moveTo>
                  <a:lnTo>
                    <a:pt x="28101" y="0"/>
                  </a:lnTo>
                </a:path>
              </a:pathLst>
            </a:custGeom>
            <a:ln w="5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l330"/>
            <p:cNvSpPr/>
            <p:nvPr/>
          </p:nvSpPr>
          <p:spPr>
            <a:xfrm>
              <a:off x="3997886" y="1832783"/>
              <a:ext cx="28101" cy="0"/>
            </a:xfrm>
            <a:custGeom>
              <a:avLst/>
              <a:pathLst>
                <a:path w="28101" h="0">
                  <a:moveTo>
                    <a:pt x="0" y="0"/>
                  </a:moveTo>
                  <a:lnTo>
                    <a:pt x="28101" y="0"/>
                  </a:lnTo>
                </a:path>
              </a:pathLst>
            </a:custGeom>
            <a:ln w="5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l331"/>
            <p:cNvSpPr/>
            <p:nvPr/>
          </p:nvSpPr>
          <p:spPr>
            <a:xfrm>
              <a:off x="3706028" y="1333792"/>
              <a:ext cx="28101" cy="42152"/>
            </a:xfrm>
            <a:custGeom>
              <a:avLst/>
              <a:pathLst>
                <a:path w="28101" h="42152">
                  <a:moveTo>
                    <a:pt x="28101" y="42152"/>
                  </a:moveTo>
                  <a:lnTo>
                    <a:pt x="0" y="0"/>
                  </a:lnTo>
                </a:path>
              </a:pathLst>
            </a:custGeom>
            <a:ln w="5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l332"/>
            <p:cNvSpPr/>
            <p:nvPr/>
          </p:nvSpPr>
          <p:spPr>
            <a:xfrm>
              <a:off x="3178517" y="2247468"/>
              <a:ext cx="28101" cy="42152"/>
            </a:xfrm>
            <a:custGeom>
              <a:avLst/>
              <a:pathLst>
                <a:path w="28101" h="42152">
                  <a:moveTo>
                    <a:pt x="28101" y="42152"/>
                  </a:moveTo>
                  <a:lnTo>
                    <a:pt x="0" y="0"/>
                  </a:lnTo>
                </a:path>
              </a:pathLst>
            </a:custGeom>
            <a:ln w="5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l333"/>
            <p:cNvSpPr/>
            <p:nvPr/>
          </p:nvSpPr>
          <p:spPr>
            <a:xfrm>
              <a:off x="2651006" y="3161144"/>
              <a:ext cx="28101" cy="42152"/>
            </a:xfrm>
            <a:custGeom>
              <a:avLst/>
              <a:pathLst>
                <a:path w="28101" h="42152">
                  <a:moveTo>
                    <a:pt x="28101" y="42152"/>
                  </a:moveTo>
                  <a:lnTo>
                    <a:pt x="0" y="0"/>
                  </a:lnTo>
                </a:path>
              </a:pathLst>
            </a:custGeom>
            <a:ln w="5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l334"/>
            <p:cNvSpPr/>
            <p:nvPr/>
          </p:nvSpPr>
          <p:spPr>
            <a:xfrm>
              <a:off x="2123496" y="4074819"/>
              <a:ext cx="28101" cy="42152"/>
            </a:xfrm>
            <a:custGeom>
              <a:avLst/>
              <a:pathLst>
                <a:path w="28101" h="42152">
                  <a:moveTo>
                    <a:pt x="28101" y="42152"/>
                  </a:moveTo>
                  <a:lnTo>
                    <a:pt x="0" y="0"/>
                  </a:lnTo>
                </a:path>
              </a:pathLst>
            </a:custGeom>
            <a:ln w="5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l335"/>
            <p:cNvSpPr/>
            <p:nvPr/>
          </p:nvSpPr>
          <p:spPr>
            <a:xfrm>
              <a:off x="1595985" y="4988495"/>
              <a:ext cx="28101" cy="42152"/>
            </a:xfrm>
            <a:custGeom>
              <a:avLst/>
              <a:pathLst>
                <a:path w="28101" h="42152">
                  <a:moveTo>
                    <a:pt x="28101" y="42152"/>
                  </a:moveTo>
                  <a:lnTo>
                    <a:pt x="0" y="0"/>
                  </a:lnTo>
                </a:path>
              </a:pathLst>
            </a:custGeom>
            <a:ln w="5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l336"/>
            <p:cNvSpPr/>
            <p:nvPr/>
          </p:nvSpPr>
          <p:spPr>
            <a:xfrm>
              <a:off x="1068474" y="5902171"/>
              <a:ext cx="28101" cy="42152"/>
            </a:xfrm>
            <a:custGeom>
              <a:avLst/>
              <a:pathLst>
                <a:path w="28101" h="42152">
                  <a:moveTo>
                    <a:pt x="28101" y="42152"/>
                  </a:moveTo>
                  <a:lnTo>
                    <a:pt x="0" y="0"/>
                  </a:lnTo>
                </a:path>
              </a:pathLst>
            </a:custGeom>
            <a:ln w="5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l337"/>
            <p:cNvSpPr/>
            <p:nvPr/>
          </p:nvSpPr>
          <p:spPr>
            <a:xfrm>
              <a:off x="3456324" y="1811706"/>
              <a:ext cx="14050" cy="21076"/>
            </a:xfrm>
            <a:custGeom>
              <a:avLst/>
              <a:pathLst>
                <a:path w="14050" h="21076">
                  <a:moveTo>
                    <a:pt x="14050" y="21076"/>
                  </a:moveTo>
                  <a:lnTo>
                    <a:pt x="0" y="0"/>
                  </a:lnTo>
                </a:path>
              </a:pathLst>
            </a:custGeom>
            <a:ln w="5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l338"/>
            <p:cNvSpPr/>
            <p:nvPr/>
          </p:nvSpPr>
          <p:spPr>
            <a:xfrm>
              <a:off x="2928813" y="2725382"/>
              <a:ext cx="14050" cy="21076"/>
            </a:xfrm>
            <a:custGeom>
              <a:avLst/>
              <a:pathLst>
                <a:path w="14050" h="21076">
                  <a:moveTo>
                    <a:pt x="14050" y="21076"/>
                  </a:moveTo>
                  <a:lnTo>
                    <a:pt x="0" y="0"/>
                  </a:lnTo>
                </a:path>
              </a:pathLst>
            </a:custGeom>
            <a:ln w="5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l339"/>
            <p:cNvSpPr/>
            <p:nvPr/>
          </p:nvSpPr>
          <p:spPr>
            <a:xfrm>
              <a:off x="2401302" y="3639058"/>
              <a:ext cx="14050" cy="21076"/>
            </a:xfrm>
            <a:custGeom>
              <a:avLst/>
              <a:pathLst>
                <a:path w="14050" h="21076">
                  <a:moveTo>
                    <a:pt x="14050" y="21076"/>
                  </a:moveTo>
                  <a:lnTo>
                    <a:pt x="0" y="0"/>
                  </a:lnTo>
                </a:path>
              </a:pathLst>
            </a:custGeom>
            <a:ln w="5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l340"/>
            <p:cNvSpPr/>
            <p:nvPr/>
          </p:nvSpPr>
          <p:spPr>
            <a:xfrm>
              <a:off x="1873791" y="4552734"/>
              <a:ext cx="14050" cy="21076"/>
            </a:xfrm>
            <a:custGeom>
              <a:avLst/>
              <a:pathLst>
                <a:path w="14050" h="21076">
                  <a:moveTo>
                    <a:pt x="14050" y="21076"/>
                  </a:moveTo>
                  <a:lnTo>
                    <a:pt x="0" y="0"/>
                  </a:lnTo>
                </a:path>
              </a:pathLst>
            </a:custGeom>
            <a:ln w="5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l341"/>
            <p:cNvSpPr/>
            <p:nvPr/>
          </p:nvSpPr>
          <p:spPr>
            <a:xfrm>
              <a:off x="1346280" y="5466409"/>
              <a:ext cx="14050" cy="21076"/>
            </a:xfrm>
            <a:custGeom>
              <a:avLst/>
              <a:pathLst>
                <a:path w="14050" h="21076">
                  <a:moveTo>
                    <a:pt x="14050" y="21076"/>
                  </a:moveTo>
                  <a:lnTo>
                    <a:pt x="0" y="0"/>
                  </a:lnTo>
                </a:path>
              </a:pathLst>
            </a:custGeom>
            <a:ln w="5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2"/>
            <p:cNvSpPr/>
            <p:nvPr/>
          </p:nvSpPr>
          <p:spPr>
            <a:xfrm>
              <a:off x="1068474" y="5944324"/>
              <a:ext cx="28101" cy="42152"/>
            </a:xfrm>
            <a:custGeom>
              <a:avLst/>
              <a:pathLst>
                <a:path w="28101" h="42152">
                  <a:moveTo>
                    <a:pt x="28101" y="0"/>
                  </a:moveTo>
                  <a:lnTo>
                    <a:pt x="0" y="42152"/>
                  </a:lnTo>
                </a:path>
              </a:pathLst>
            </a:custGeom>
            <a:ln w="5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2123496" y="5944324"/>
              <a:ext cx="28101" cy="42152"/>
            </a:xfrm>
            <a:custGeom>
              <a:avLst/>
              <a:pathLst>
                <a:path w="28101" h="42152">
                  <a:moveTo>
                    <a:pt x="28101" y="0"/>
                  </a:moveTo>
                  <a:lnTo>
                    <a:pt x="0" y="42152"/>
                  </a:lnTo>
                </a:path>
              </a:pathLst>
            </a:custGeom>
            <a:ln w="5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3178517" y="5944324"/>
              <a:ext cx="28101" cy="42152"/>
            </a:xfrm>
            <a:custGeom>
              <a:avLst/>
              <a:pathLst>
                <a:path w="28101" h="42152">
                  <a:moveTo>
                    <a:pt x="28101" y="0"/>
                  </a:moveTo>
                  <a:lnTo>
                    <a:pt x="0" y="42152"/>
                  </a:lnTo>
                </a:path>
              </a:pathLst>
            </a:custGeom>
            <a:ln w="5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4233539" y="5944324"/>
              <a:ext cx="28101" cy="42152"/>
            </a:xfrm>
            <a:custGeom>
              <a:avLst/>
              <a:pathLst>
                <a:path w="28101" h="42152">
                  <a:moveTo>
                    <a:pt x="28101" y="0"/>
                  </a:moveTo>
                  <a:lnTo>
                    <a:pt x="0" y="42152"/>
                  </a:lnTo>
                </a:path>
              </a:pathLst>
            </a:custGeom>
            <a:ln w="5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5288561" y="5944324"/>
              <a:ext cx="28101" cy="42152"/>
            </a:xfrm>
            <a:custGeom>
              <a:avLst/>
              <a:pathLst>
                <a:path w="28101" h="42152">
                  <a:moveTo>
                    <a:pt x="28101" y="0"/>
                  </a:moveTo>
                  <a:lnTo>
                    <a:pt x="0" y="42152"/>
                  </a:lnTo>
                </a:path>
              </a:pathLst>
            </a:custGeom>
            <a:ln w="5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l347"/>
            <p:cNvSpPr/>
            <p:nvPr/>
          </p:nvSpPr>
          <p:spPr>
            <a:xfrm>
              <a:off x="6343583" y="5944324"/>
              <a:ext cx="28101" cy="42152"/>
            </a:xfrm>
            <a:custGeom>
              <a:avLst/>
              <a:pathLst>
                <a:path w="28101" h="42152">
                  <a:moveTo>
                    <a:pt x="28101" y="0"/>
                  </a:moveTo>
                  <a:lnTo>
                    <a:pt x="0" y="42152"/>
                  </a:lnTo>
                </a:path>
              </a:pathLst>
            </a:custGeom>
            <a:ln w="5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l348"/>
            <p:cNvSpPr/>
            <p:nvPr/>
          </p:nvSpPr>
          <p:spPr>
            <a:xfrm>
              <a:off x="1610035" y="5944324"/>
              <a:ext cx="14050" cy="21076"/>
            </a:xfrm>
            <a:custGeom>
              <a:avLst/>
              <a:pathLst>
                <a:path w="14050" h="21076">
                  <a:moveTo>
                    <a:pt x="14050" y="0"/>
                  </a:moveTo>
                  <a:lnTo>
                    <a:pt x="0" y="21076"/>
                  </a:lnTo>
                </a:path>
              </a:pathLst>
            </a:custGeom>
            <a:ln w="5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l349"/>
            <p:cNvSpPr/>
            <p:nvPr/>
          </p:nvSpPr>
          <p:spPr>
            <a:xfrm>
              <a:off x="2665057" y="5944324"/>
              <a:ext cx="14050" cy="21076"/>
            </a:xfrm>
            <a:custGeom>
              <a:avLst/>
              <a:pathLst>
                <a:path w="14050" h="21076">
                  <a:moveTo>
                    <a:pt x="14050" y="0"/>
                  </a:moveTo>
                  <a:lnTo>
                    <a:pt x="0" y="21076"/>
                  </a:lnTo>
                </a:path>
              </a:pathLst>
            </a:custGeom>
            <a:ln w="5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l350"/>
            <p:cNvSpPr/>
            <p:nvPr/>
          </p:nvSpPr>
          <p:spPr>
            <a:xfrm>
              <a:off x="3720079" y="5944324"/>
              <a:ext cx="14050" cy="21076"/>
            </a:xfrm>
            <a:custGeom>
              <a:avLst/>
              <a:pathLst>
                <a:path w="14050" h="21076">
                  <a:moveTo>
                    <a:pt x="14050" y="0"/>
                  </a:moveTo>
                  <a:lnTo>
                    <a:pt x="0" y="21076"/>
                  </a:lnTo>
                </a:path>
              </a:pathLst>
            </a:custGeom>
            <a:ln w="5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l351"/>
            <p:cNvSpPr/>
            <p:nvPr/>
          </p:nvSpPr>
          <p:spPr>
            <a:xfrm>
              <a:off x="4775101" y="5944324"/>
              <a:ext cx="14050" cy="21076"/>
            </a:xfrm>
            <a:custGeom>
              <a:avLst/>
              <a:pathLst>
                <a:path w="14050" h="21076">
                  <a:moveTo>
                    <a:pt x="14050" y="0"/>
                  </a:moveTo>
                  <a:lnTo>
                    <a:pt x="0" y="21076"/>
                  </a:lnTo>
                </a:path>
              </a:pathLst>
            </a:custGeom>
            <a:ln w="5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l352"/>
            <p:cNvSpPr/>
            <p:nvPr/>
          </p:nvSpPr>
          <p:spPr>
            <a:xfrm>
              <a:off x="5830123" y="5944324"/>
              <a:ext cx="14050" cy="21076"/>
            </a:xfrm>
            <a:custGeom>
              <a:avLst/>
              <a:pathLst>
                <a:path w="14050" h="21076">
                  <a:moveTo>
                    <a:pt x="14050" y="0"/>
                  </a:moveTo>
                  <a:lnTo>
                    <a:pt x="0" y="21076"/>
                  </a:lnTo>
                </a:path>
              </a:pathLst>
            </a:custGeom>
            <a:ln w="5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l353"/>
            <p:cNvSpPr/>
            <p:nvPr/>
          </p:nvSpPr>
          <p:spPr>
            <a:xfrm>
              <a:off x="1096575" y="1375945"/>
              <a:ext cx="5275109" cy="4568378"/>
            </a:xfrm>
            <a:custGeom>
              <a:avLst/>
              <a:pathLst>
                <a:path w="5275109" h="4568378">
                  <a:moveTo>
                    <a:pt x="2637554" y="0"/>
                  </a:moveTo>
                  <a:lnTo>
                    <a:pt x="0" y="4568378"/>
                  </a:lnTo>
                  <a:lnTo>
                    <a:pt x="5275109" y="4568378"/>
                  </a:lnTo>
                  <a:lnTo>
                    <a:pt x="2637554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l354"/>
            <p:cNvSpPr/>
            <p:nvPr/>
          </p:nvSpPr>
          <p:spPr>
            <a:xfrm>
              <a:off x="3734130" y="1375945"/>
              <a:ext cx="2637554" cy="4568378"/>
            </a:xfrm>
            <a:custGeom>
              <a:avLst/>
              <a:pathLst>
                <a:path w="2637554" h="4568378">
                  <a:moveTo>
                    <a:pt x="0" y="0"/>
                  </a:moveTo>
                  <a:lnTo>
                    <a:pt x="2637554" y="4568378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l355"/>
            <p:cNvSpPr/>
            <p:nvPr/>
          </p:nvSpPr>
          <p:spPr>
            <a:xfrm>
              <a:off x="1096575" y="1375945"/>
              <a:ext cx="2637554" cy="4568378"/>
            </a:xfrm>
            <a:custGeom>
              <a:avLst/>
              <a:pathLst>
                <a:path w="2637554" h="4568378">
                  <a:moveTo>
                    <a:pt x="0" y="4568378"/>
                  </a:moveTo>
                  <a:lnTo>
                    <a:pt x="2637554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l356"/>
            <p:cNvSpPr/>
            <p:nvPr/>
          </p:nvSpPr>
          <p:spPr>
            <a:xfrm>
              <a:off x="1096575" y="5944324"/>
              <a:ext cx="5275109" cy="0"/>
            </a:xfrm>
            <a:custGeom>
              <a:avLst/>
              <a:pathLst>
                <a:path w="5275109" h="0">
                  <a:moveTo>
                    <a:pt x="5275109" y="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tx357"/>
            <p:cNvSpPr/>
            <p:nvPr/>
          </p:nvSpPr>
          <p:spPr>
            <a:xfrm>
              <a:off x="5920815" y="4987031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358" name="tx358"/>
            <p:cNvSpPr/>
            <p:nvPr/>
          </p:nvSpPr>
          <p:spPr>
            <a:xfrm>
              <a:off x="5393304" y="4073355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359" name="tx359"/>
            <p:cNvSpPr/>
            <p:nvPr/>
          </p:nvSpPr>
          <p:spPr>
            <a:xfrm>
              <a:off x="4865793" y="3159679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360" name="tx360"/>
            <p:cNvSpPr/>
            <p:nvPr/>
          </p:nvSpPr>
          <p:spPr>
            <a:xfrm>
              <a:off x="4338282" y="2246004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80</a:t>
              </a:r>
            </a:p>
          </p:txBody>
        </p:sp>
        <p:sp>
          <p:nvSpPr>
            <p:cNvPr id="361" name="tx361"/>
            <p:cNvSpPr/>
            <p:nvPr/>
          </p:nvSpPr>
          <p:spPr>
            <a:xfrm>
              <a:off x="3810771" y="1332328"/>
              <a:ext cx="203271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362" name="tx362"/>
            <p:cNvSpPr/>
            <p:nvPr/>
          </p:nvSpPr>
          <p:spPr>
            <a:xfrm rot="3600000">
              <a:off x="3066663" y="2124734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363" name="tx363"/>
            <p:cNvSpPr/>
            <p:nvPr/>
          </p:nvSpPr>
          <p:spPr>
            <a:xfrm rot="3600000">
              <a:off x="2539152" y="3038410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364" name="tx364"/>
            <p:cNvSpPr/>
            <p:nvPr/>
          </p:nvSpPr>
          <p:spPr>
            <a:xfrm rot="3600000">
              <a:off x="2011641" y="3952086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365" name="tx365"/>
            <p:cNvSpPr/>
            <p:nvPr/>
          </p:nvSpPr>
          <p:spPr>
            <a:xfrm rot="3600000">
              <a:off x="1484130" y="4865761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80</a:t>
              </a:r>
            </a:p>
          </p:txBody>
        </p:sp>
        <p:sp>
          <p:nvSpPr>
            <p:cNvPr id="366" name="tx366"/>
            <p:cNvSpPr/>
            <p:nvPr/>
          </p:nvSpPr>
          <p:spPr>
            <a:xfrm rot="3600000">
              <a:off x="905801" y="5750097"/>
              <a:ext cx="203271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367" name="tx367"/>
            <p:cNvSpPr/>
            <p:nvPr/>
          </p:nvSpPr>
          <p:spPr>
            <a:xfrm rot="-3600000">
              <a:off x="2011641" y="6021977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368" name="tx368"/>
            <p:cNvSpPr/>
            <p:nvPr/>
          </p:nvSpPr>
          <p:spPr>
            <a:xfrm rot="-3600000">
              <a:off x="3066663" y="6021977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369" name="tx369"/>
            <p:cNvSpPr/>
            <p:nvPr/>
          </p:nvSpPr>
          <p:spPr>
            <a:xfrm rot="-3600000">
              <a:off x="4121685" y="6021977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370" name="tx370"/>
            <p:cNvSpPr/>
            <p:nvPr/>
          </p:nvSpPr>
          <p:spPr>
            <a:xfrm rot="-3600000">
              <a:off x="5176707" y="6021977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80</a:t>
              </a:r>
            </a:p>
          </p:txBody>
        </p:sp>
        <p:sp>
          <p:nvSpPr>
            <p:cNvPr id="371" name="tx371"/>
            <p:cNvSpPr/>
            <p:nvPr/>
          </p:nvSpPr>
          <p:spPr>
            <a:xfrm rot="-3600000">
              <a:off x="6180911" y="6051316"/>
              <a:ext cx="203271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372" name="pl372"/>
            <p:cNvSpPr/>
            <p:nvPr/>
          </p:nvSpPr>
          <p:spPr>
            <a:xfrm>
              <a:off x="5036157" y="2491078"/>
              <a:ext cx="1055021" cy="1827351"/>
            </a:xfrm>
            <a:custGeom>
              <a:avLst/>
              <a:pathLst>
                <a:path w="1055021" h="1827351">
                  <a:moveTo>
                    <a:pt x="1055021" y="1827351"/>
                  </a:moveTo>
                  <a:lnTo>
                    <a:pt x="0" y="0"/>
                  </a:lnTo>
                </a:path>
              </a:pathLst>
            </a:custGeom>
            <a:ln w="5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l373"/>
            <p:cNvSpPr/>
            <p:nvPr/>
          </p:nvSpPr>
          <p:spPr>
            <a:xfrm>
              <a:off x="5036157" y="2491078"/>
              <a:ext cx="151059" cy="174429"/>
            </a:xfrm>
            <a:custGeom>
              <a:avLst/>
              <a:pathLst>
                <a:path w="151059" h="174429">
                  <a:moveTo>
                    <a:pt x="151059" y="87214"/>
                  </a:moveTo>
                  <a:lnTo>
                    <a:pt x="0" y="0"/>
                  </a:lnTo>
                  <a:lnTo>
                    <a:pt x="0" y="174429"/>
                  </a:lnTo>
                </a:path>
              </a:pathLst>
            </a:custGeom>
            <a:ln w="5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l374"/>
            <p:cNvSpPr/>
            <p:nvPr/>
          </p:nvSpPr>
          <p:spPr>
            <a:xfrm>
              <a:off x="1377082" y="2491078"/>
              <a:ext cx="1055021" cy="1827351"/>
            </a:xfrm>
            <a:custGeom>
              <a:avLst/>
              <a:pathLst>
                <a:path w="1055021" h="1827351">
                  <a:moveTo>
                    <a:pt x="1055021" y="0"/>
                  </a:moveTo>
                  <a:lnTo>
                    <a:pt x="0" y="1827351"/>
                  </a:lnTo>
                </a:path>
              </a:pathLst>
            </a:custGeom>
            <a:ln w="5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l375"/>
            <p:cNvSpPr/>
            <p:nvPr/>
          </p:nvSpPr>
          <p:spPr>
            <a:xfrm>
              <a:off x="1377082" y="4144001"/>
              <a:ext cx="151059" cy="174429"/>
            </a:xfrm>
            <a:custGeom>
              <a:avLst/>
              <a:pathLst>
                <a:path w="151059" h="174429">
                  <a:moveTo>
                    <a:pt x="0" y="0"/>
                  </a:moveTo>
                  <a:lnTo>
                    <a:pt x="0" y="174429"/>
                  </a:lnTo>
                  <a:lnTo>
                    <a:pt x="151059" y="87214"/>
                  </a:lnTo>
                </a:path>
              </a:pathLst>
            </a:custGeom>
            <a:ln w="5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l376"/>
            <p:cNvSpPr/>
            <p:nvPr/>
          </p:nvSpPr>
          <p:spPr>
            <a:xfrm>
              <a:off x="2679108" y="6455084"/>
              <a:ext cx="2110043" cy="0"/>
            </a:xfrm>
            <a:custGeom>
              <a:avLst/>
              <a:pathLst>
                <a:path w="2110043" h="0">
                  <a:moveTo>
                    <a:pt x="0" y="0"/>
                  </a:moveTo>
                  <a:lnTo>
                    <a:pt x="2110043" y="0"/>
                  </a:lnTo>
                </a:path>
              </a:pathLst>
            </a:custGeom>
            <a:ln w="5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l377"/>
            <p:cNvSpPr/>
            <p:nvPr/>
          </p:nvSpPr>
          <p:spPr>
            <a:xfrm>
              <a:off x="4638092" y="6367869"/>
              <a:ext cx="151059" cy="174429"/>
            </a:xfrm>
            <a:custGeom>
              <a:avLst/>
              <a:pathLst>
                <a:path w="151059" h="174429">
                  <a:moveTo>
                    <a:pt x="0" y="174429"/>
                  </a:moveTo>
                  <a:lnTo>
                    <a:pt x="151059" y="87214"/>
                  </a:lnTo>
                  <a:lnTo>
                    <a:pt x="0" y="0"/>
                  </a:lnTo>
                </a:path>
              </a:pathLst>
            </a:custGeom>
            <a:ln w="5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tx378"/>
            <p:cNvSpPr/>
            <p:nvPr/>
          </p:nvSpPr>
          <p:spPr>
            <a:xfrm rot="3600000">
              <a:off x="5334762" y="3327529"/>
              <a:ext cx="56875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P(Group3)</a:t>
              </a:r>
            </a:p>
          </p:txBody>
        </p:sp>
        <p:sp>
          <p:nvSpPr>
            <p:cNvPr id="379" name="tx379"/>
            <p:cNvSpPr/>
            <p:nvPr/>
          </p:nvSpPr>
          <p:spPr>
            <a:xfrm rot="-3600000">
              <a:off x="1639356" y="3327529"/>
              <a:ext cx="41952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P(SHH)</a:t>
              </a:r>
            </a:p>
          </p:txBody>
        </p:sp>
        <p:sp>
          <p:nvSpPr>
            <p:cNvPr id="380" name="tx380"/>
            <p:cNvSpPr/>
            <p:nvPr/>
          </p:nvSpPr>
          <p:spPr>
            <a:xfrm>
              <a:off x="3449752" y="6478683"/>
              <a:ext cx="56875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P(Group4)</a:t>
              </a:r>
            </a:p>
          </p:txBody>
        </p:sp>
        <p:sp>
          <p:nvSpPr>
            <p:cNvPr id="381" name="tx381"/>
            <p:cNvSpPr/>
            <p:nvPr/>
          </p:nvSpPr>
          <p:spPr>
            <a:xfrm>
              <a:off x="3378337" y="1011385"/>
              <a:ext cx="711586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P(Group3)</a:t>
              </a:r>
            </a:p>
          </p:txBody>
        </p:sp>
        <p:sp>
          <p:nvSpPr>
            <p:cNvPr id="382" name="tx382"/>
            <p:cNvSpPr/>
            <p:nvPr/>
          </p:nvSpPr>
          <p:spPr>
            <a:xfrm>
              <a:off x="351318" y="6044719"/>
              <a:ext cx="525048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P(SHH)</a:t>
              </a:r>
            </a:p>
          </p:txBody>
        </p:sp>
        <p:sp>
          <p:nvSpPr>
            <p:cNvPr id="383" name="tx383"/>
            <p:cNvSpPr/>
            <p:nvPr/>
          </p:nvSpPr>
          <p:spPr>
            <a:xfrm>
              <a:off x="6579398" y="6044719"/>
              <a:ext cx="711586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P(Group4)</a:t>
              </a:r>
            </a:p>
          </p:txBody>
        </p:sp>
        <p:sp>
          <p:nvSpPr>
            <p:cNvPr id="384" name="rc384"/>
            <p:cNvSpPr/>
            <p:nvPr/>
          </p:nvSpPr>
          <p:spPr>
            <a:xfrm>
              <a:off x="7578538" y="2158934"/>
              <a:ext cx="1523907" cy="300240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5" name="tx385"/>
            <p:cNvSpPr/>
            <p:nvPr/>
          </p:nvSpPr>
          <p:spPr>
            <a:xfrm>
              <a:off x="7654453" y="2250851"/>
              <a:ext cx="64392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Condition</a:t>
              </a:r>
            </a:p>
          </p:txBody>
        </p:sp>
        <p:sp>
          <p:nvSpPr>
            <p:cNvPr id="386" name="rc386"/>
            <p:cNvSpPr/>
            <p:nvPr/>
          </p:nvSpPr>
          <p:spPr>
            <a:xfrm>
              <a:off x="7654453" y="2451948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7705069" y="2502564"/>
              <a:ext cx="118223" cy="118223"/>
            </a:xfrm>
            <a:prstGeom prst="ellipse">
              <a:avLst/>
            </a:prstGeom>
            <a:solidFill>
              <a:srgbClr val="D35400">
                <a:alpha val="100000"/>
              </a:srgbClr>
            </a:solidFill>
            <a:ln w="9818" cap="rnd">
              <a:solidFill>
                <a:srgbClr val="D354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rc388"/>
            <p:cNvSpPr/>
            <p:nvPr/>
          </p:nvSpPr>
          <p:spPr>
            <a:xfrm>
              <a:off x="7708169" y="2505664"/>
              <a:ext cx="112023" cy="112023"/>
            </a:xfrm>
            <a:prstGeom prst="rect">
              <a:avLst/>
            </a:prstGeom>
            <a:solidFill>
              <a:srgbClr val="D35400">
                <a:alpha val="100000"/>
              </a:srgbClr>
            </a:solidFill>
            <a:ln w="18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rc389"/>
            <p:cNvSpPr/>
            <p:nvPr/>
          </p:nvSpPr>
          <p:spPr>
            <a:xfrm>
              <a:off x="7654453" y="2671404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7705069" y="2722020"/>
              <a:ext cx="118223" cy="118223"/>
            </a:xfrm>
            <a:prstGeom prst="ellipse">
              <a:avLst/>
            </a:prstGeom>
            <a:solidFill>
              <a:srgbClr val="2ECC71">
                <a:alpha val="100000"/>
              </a:srgbClr>
            </a:solidFill>
            <a:ln w="9818" cap="rnd">
              <a:solidFill>
                <a:srgbClr val="2ECC7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rc391"/>
            <p:cNvSpPr/>
            <p:nvPr/>
          </p:nvSpPr>
          <p:spPr>
            <a:xfrm>
              <a:off x="7708169" y="2725120"/>
              <a:ext cx="112023" cy="112023"/>
            </a:xfrm>
            <a:prstGeom prst="rect">
              <a:avLst/>
            </a:prstGeom>
            <a:solidFill>
              <a:srgbClr val="2ECC71">
                <a:alpha val="100000"/>
              </a:srgbClr>
            </a:solidFill>
            <a:ln w="18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rc392"/>
            <p:cNvSpPr/>
            <p:nvPr/>
          </p:nvSpPr>
          <p:spPr>
            <a:xfrm>
              <a:off x="7654453" y="289086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7705069" y="2941476"/>
              <a:ext cx="118223" cy="118223"/>
            </a:xfrm>
            <a:prstGeom prst="ellipse">
              <a:avLst/>
            </a:prstGeom>
            <a:solidFill>
              <a:srgbClr val="9B59B6">
                <a:alpha val="100000"/>
              </a:srgbClr>
            </a:solidFill>
            <a:ln w="9818" cap="rnd">
              <a:solidFill>
                <a:srgbClr val="9B59B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rc394"/>
            <p:cNvSpPr/>
            <p:nvPr/>
          </p:nvSpPr>
          <p:spPr>
            <a:xfrm>
              <a:off x="7708169" y="2944576"/>
              <a:ext cx="112023" cy="112023"/>
            </a:xfrm>
            <a:prstGeom prst="rect">
              <a:avLst/>
            </a:prstGeom>
            <a:solidFill>
              <a:srgbClr val="9B59B6">
                <a:alpha val="100000"/>
              </a:srgbClr>
            </a:solidFill>
            <a:ln w="18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rc395"/>
            <p:cNvSpPr/>
            <p:nvPr/>
          </p:nvSpPr>
          <p:spPr>
            <a:xfrm>
              <a:off x="7654453" y="3110316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7705069" y="3160932"/>
              <a:ext cx="118223" cy="118223"/>
            </a:xfrm>
            <a:prstGeom prst="ellipse">
              <a:avLst/>
            </a:prstGeom>
            <a:solidFill>
              <a:srgbClr val="E74C3C">
                <a:alpha val="100000"/>
              </a:srgbClr>
            </a:solidFill>
            <a:ln w="9818" cap="rnd">
              <a:solidFill>
                <a:srgbClr val="E74C3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rc397"/>
            <p:cNvSpPr/>
            <p:nvPr/>
          </p:nvSpPr>
          <p:spPr>
            <a:xfrm>
              <a:off x="7708169" y="3164032"/>
              <a:ext cx="112023" cy="112023"/>
            </a:xfrm>
            <a:prstGeom prst="rect">
              <a:avLst/>
            </a:prstGeom>
            <a:solidFill>
              <a:srgbClr val="E74C3C">
                <a:alpha val="100000"/>
              </a:srgbClr>
            </a:solidFill>
            <a:ln w="18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rc398"/>
            <p:cNvSpPr/>
            <p:nvPr/>
          </p:nvSpPr>
          <p:spPr>
            <a:xfrm>
              <a:off x="7654453" y="332977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7705069" y="3380388"/>
              <a:ext cx="118223" cy="118223"/>
            </a:xfrm>
            <a:prstGeom prst="ellipse">
              <a:avLst/>
            </a:prstGeom>
            <a:solidFill>
              <a:srgbClr val="27AE60">
                <a:alpha val="100000"/>
              </a:srgbClr>
            </a:solidFill>
            <a:ln w="9818" cap="rnd">
              <a:solidFill>
                <a:srgbClr val="27AE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rc400"/>
            <p:cNvSpPr/>
            <p:nvPr/>
          </p:nvSpPr>
          <p:spPr>
            <a:xfrm>
              <a:off x="7708169" y="3383488"/>
              <a:ext cx="112023" cy="112023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  <a:ln w="18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rc401"/>
            <p:cNvSpPr/>
            <p:nvPr/>
          </p:nvSpPr>
          <p:spPr>
            <a:xfrm>
              <a:off x="7654453" y="3549228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7705069" y="3599844"/>
              <a:ext cx="118223" cy="118223"/>
            </a:xfrm>
            <a:prstGeom prst="ellipse">
              <a:avLst/>
            </a:prstGeom>
            <a:solidFill>
              <a:srgbClr val="1E8449">
                <a:alpha val="100000"/>
              </a:srgbClr>
            </a:solidFill>
            <a:ln w="9818" cap="rnd">
              <a:solidFill>
                <a:srgbClr val="1E844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rc403"/>
            <p:cNvSpPr/>
            <p:nvPr/>
          </p:nvSpPr>
          <p:spPr>
            <a:xfrm>
              <a:off x="7708169" y="3602944"/>
              <a:ext cx="112023" cy="112023"/>
            </a:xfrm>
            <a:prstGeom prst="rect">
              <a:avLst/>
            </a:prstGeom>
            <a:solidFill>
              <a:srgbClr val="1E8449">
                <a:alpha val="100000"/>
              </a:srgbClr>
            </a:solidFill>
            <a:ln w="18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rc404"/>
            <p:cNvSpPr/>
            <p:nvPr/>
          </p:nvSpPr>
          <p:spPr>
            <a:xfrm>
              <a:off x="7654453" y="376868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7705069" y="3819300"/>
              <a:ext cx="118223" cy="118223"/>
            </a:xfrm>
            <a:prstGeom prst="ellipse">
              <a:avLst/>
            </a:prstGeom>
            <a:solidFill>
              <a:srgbClr val="1ABC9C">
                <a:alpha val="100000"/>
              </a:srgbClr>
            </a:solidFill>
            <a:ln w="9818" cap="rnd">
              <a:solidFill>
                <a:srgbClr val="1ABC9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rc406"/>
            <p:cNvSpPr/>
            <p:nvPr/>
          </p:nvSpPr>
          <p:spPr>
            <a:xfrm>
              <a:off x="7708169" y="3822400"/>
              <a:ext cx="112023" cy="112023"/>
            </a:xfrm>
            <a:prstGeom prst="rect">
              <a:avLst/>
            </a:prstGeom>
            <a:solidFill>
              <a:srgbClr val="1ABC9C">
                <a:alpha val="100000"/>
              </a:srgbClr>
            </a:solidFill>
            <a:ln w="18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rc407"/>
            <p:cNvSpPr/>
            <p:nvPr/>
          </p:nvSpPr>
          <p:spPr>
            <a:xfrm>
              <a:off x="7654453" y="398814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7705069" y="4038756"/>
              <a:ext cx="118223" cy="118223"/>
            </a:xfrm>
            <a:prstGeom prst="ellipse">
              <a:avLst/>
            </a:prstGeom>
            <a:solidFill>
              <a:srgbClr val="3498DB">
                <a:alpha val="100000"/>
              </a:srgbClr>
            </a:solidFill>
            <a:ln w="9818" cap="rnd">
              <a:solidFill>
                <a:srgbClr val="3498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rc409"/>
            <p:cNvSpPr/>
            <p:nvPr/>
          </p:nvSpPr>
          <p:spPr>
            <a:xfrm>
              <a:off x="7708169" y="4041856"/>
              <a:ext cx="112023" cy="112023"/>
            </a:xfrm>
            <a:prstGeom prst="rect">
              <a:avLst/>
            </a:prstGeom>
            <a:solidFill>
              <a:srgbClr val="3498DB">
                <a:alpha val="100000"/>
              </a:srgbClr>
            </a:solidFill>
            <a:ln w="18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rc410"/>
            <p:cNvSpPr/>
            <p:nvPr/>
          </p:nvSpPr>
          <p:spPr>
            <a:xfrm>
              <a:off x="7654453" y="4207596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7705069" y="4258212"/>
              <a:ext cx="118223" cy="118223"/>
            </a:xfrm>
            <a:prstGeom prst="ellipse">
              <a:avLst/>
            </a:prstGeom>
            <a:solidFill>
              <a:srgbClr val="2980B9">
                <a:alpha val="100000"/>
              </a:srgbClr>
            </a:solidFill>
            <a:ln w="9818" cap="rnd">
              <a:solidFill>
                <a:srgbClr val="298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rc412"/>
            <p:cNvSpPr/>
            <p:nvPr/>
          </p:nvSpPr>
          <p:spPr>
            <a:xfrm>
              <a:off x="7708169" y="4261312"/>
              <a:ext cx="112023" cy="112023"/>
            </a:xfrm>
            <a:prstGeom prst="rect">
              <a:avLst/>
            </a:prstGeom>
            <a:solidFill>
              <a:srgbClr val="2980B9">
                <a:alpha val="100000"/>
              </a:srgbClr>
            </a:solidFill>
            <a:ln w="18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rc413"/>
            <p:cNvSpPr/>
            <p:nvPr/>
          </p:nvSpPr>
          <p:spPr>
            <a:xfrm>
              <a:off x="7654453" y="442705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7705069" y="4477668"/>
              <a:ext cx="118223" cy="118223"/>
            </a:xfrm>
            <a:prstGeom prst="ellipse">
              <a:avLst/>
            </a:prstGeom>
            <a:solidFill>
              <a:srgbClr val="922B21">
                <a:alpha val="100000"/>
              </a:srgbClr>
            </a:solidFill>
            <a:ln w="9818" cap="rnd">
              <a:solidFill>
                <a:srgbClr val="922B2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rc415"/>
            <p:cNvSpPr/>
            <p:nvPr/>
          </p:nvSpPr>
          <p:spPr>
            <a:xfrm>
              <a:off x="7708169" y="4480768"/>
              <a:ext cx="112023" cy="112023"/>
            </a:xfrm>
            <a:prstGeom prst="rect">
              <a:avLst/>
            </a:prstGeom>
            <a:solidFill>
              <a:srgbClr val="922B21">
                <a:alpha val="100000"/>
              </a:srgbClr>
            </a:solidFill>
            <a:ln w="18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rc416"/>
            <p:cNvSpPr/>
            <p:nvPr/>
          </p:nvSpPr>
          <p:spPr>
            <a:xfrm>
              <a:off x="7654453" y="4646508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7705069" y="4697124"/>
              <a:ext cx="118223" cy="118223"/>
            </a:xfrm>
            <a:prstGeom prst="ellipse">
              <a:avLst/>
            </a:prstGeom>
            <a:solidFill>
              <a:srgbClr val="C0392B">
                <a:alpha val="100000"/>
              </a:srgbClr>
            </a:solidFill>
            <a:ln w="9818" cap="rnd">
              <a:solidFill>
                <a:srgbClr val="C0392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rc418"/>
            <p:cNvSpPr/>
            <p:nvPr/>
          </p:nvSpPr>
          <p:spPr>
            <a:xfrm>
              <a:off x="7708169" y="4700224"/>
              <a:ext cx="112023" cy="112023"/>
            </a:xfrm>
            <a:prstGeom prst="rect">
              <a:avLst/>
            </a:prstGeom>
            <a:solidFill>
              <a:srgbClr val="C0392B">
                <a:alpha val="100000"/>
              </a:srgbClr>
            </a:solidFill>
            <a:ln w="18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rc419"/>
            <p:cNvSpPr/>
            <p:nvPr/>
          </p:nvSpPr>
          <p:spPr>
            <a:xfrm>
              <a:off x="7654453" y="486596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7705069" y="4916580"/>
              <a:ext cx="118223" cy="118223"/>
            </a:xfrm>
            <a:prstGeom prst="ellipse">
              <a:avLst/>
            </a:prstGeom>
            <a:solidFill>
              <a:srgbClr val="E67E22">
                <a:alpha val="100000"/>
              </a:srgbClr>
            </a:solidFill>
            <a:ln w="9818" cap="rnd">
              <a:solidFill>
                <a:srgbClr val="E67E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rc421"/>
            <p:cNvSpPr/>
            <p:nvPr/>
          </p:nvSpPr>
          <p:spPr>
            <a:xfrm>
              <a:off x="7708169" y="4919680"/>
              <a:ext cx="112023" cy="112023"/>
            </a:xfrm>
            <a:prstGeom prst="rect">
              <a:avLst/>
            </a:prstGeom>
            <a:solidFill>
              <a:srgbClr val="E67E22">
                <a:alpha val="100000"/>
              </a:srgbClr>
            </a:solidFill>
            <a:ln w="18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tx422"/>
            <p:cNvSpPr/>
            <p:nvPr/>
          </p:nvSpPr>
          <p:spPr>
            <a:xfrm>
              <a:off x="7949824" y="2518059"/>
              <a:ext cx="1056223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HDMB03 Xenograft</a:t>
              </a:r>
            </a:p>
          </p:txBody>
        </p:sp>
        <p:sp>
          <p:nvSpPr>
            <p:cNvPr id="423" name="tx423"/>
            <p:cNvSpPr/>
            <p:nvPr/>
          </p:nvSpPr>
          <p:spPr>
            <a:xfrm>
              <a:off x="7949824" y="2737515"/>
              <a:ext cx="58905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Human G3</a:t>
              </a:r>
            </a:p>
          </p:txBody>
        </p:sp>
        <p:sp>
          <p:nvSpPr>
            <p:cNvPr id="424" name="tx424"/>
            <p:cNvSpPr/>
            <p:nvPr/>
          </p:nvSpPr>
          <p:spPr>
            <a:xfrm>
              <a:off x="7949824" y="2956971"/>
              <a:ext cx="58905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Human G4</a:t>
              </a:r>
            </a:p>
          </p:txBody>
        </p:sp>
        <p:sp>
          <p:nvSpPr>
            <p:cNvPr id="425" name="tx425"/>
            <p:cNvSpPr/>
            <p:nvPr/>
          </p:nvSpPr>
          <p:spPr>
            <a:xfrm>
              <a:off x="7949824" y="3176427"/>
              <a:ext cx="68369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Human SHH</a:t>
              </a:r>
            </a:p>
          </p:txBody>
        </p:sp>
        <p:sp>
          <p:nvSpPr>
            <p:cNvPr id="426" name="tx426"/>
            <p:cNvSpPr/>
            <p:nvPr/>
          </p:nvSpPr>
          <p:spPr>
            <a:xfrm>
              <a:off x="7949824" y="3395883"/>
              <a:ext cx="83274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Mouse G3_IUE</a:t>
              </a:r>
            </a:p>
          </p:txBody>
        </p:sp>
        <p:sp>
          <p:nvSpPr>
            <p:cNvPr id="427" name="tx427"/>
            <p:cNvSpPr/>
            <p:nvPr/>
          </p:nvSpPr>
          <p:spPr>
            <a:xfrm>
              <a:off x="7949824" y="3615339"/>
              <a:ext cx="93442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Mouse G3_Ortho</a:t>
              </a:r>
            </a:p>
          </p:txBody>
        </p:sp>
        <p:sp>
          <p:nvSpPr>
            <p:cNvPr id="428" name="tx428"/>
            <p:cNvSpPr/>
            <p:nvPr/>
          </p:nvSpPr>
          <p:spPr>
            <a:xfrm>
              <a:off x="7949824" y="3834795"/>
              <a:ext cx="76489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Mouse GMYC</a:t>
              </a:r>
            </a:p>
          </p:txBody>
        </p:sp>
        <p:sp>
          <p:nvSpPr>
            <p:cNvPr id="429" name="tx429"/>
            <p:cNvSpPr/>
            <p:nvPr/>
          </p:nvSpPr>
          <p:spPr>
            <a:xfrm>
              <a:off x="7949824" y="4054251"/>
              <a:ext cx="737920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Mouse GTML</a:t>
              </a:r>
            </a:p>
          </p:txBody>
        </p:sp>
        <p:sp>
          <p:nvSpPr>
            <p:cNvPr id="430" name="tx430"/>
            <p:cNvSpPr/>
            <p:nvPr/>
          </p:nvSpPr>
          <p:spPr>
            <a:xfrm>
              <a:off x="7949824" y="4273707"/>
              <a:ext cx="107670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Mouse GTML_2023</a:t>
              </a:r>
            </a:p>
          </p:txBody>
        </p:sp>
        <p:sp>
          <p:nvSpPr>
            <p:cNvPr id="431" name="tx431"/>
            <p:cNvSpPr/>
            <p:nvPr/>
          </p:nvSpPr>
          <p:spPr>
            <a:xfrm>
              <a:off x="7949824" y="4493163"/>
              <a:ext cx="106966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Mouse SHH_Nestin</a:t>
              </a:r>
            </a:p>
          </p:txBody>
        </p:sp>
        <p:sp>
          <p:nvSpPr>
            <p:cNvPr id="432" name="tx432"/>
            <p:cNvSpPr/>
            <p:nvPr/>
          </p:nvSpPr>
          <p:spPr>
            <a:xfrm>
              <a:off x="7949824" y="4712619"/>
              <a:ext cx="96807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Mouse SHH_Ptch</a:t>
              </a:r>
            </a:p>
          </p:txBody>
        </p:sp>
        <p:sp>
          <p:nvSpPr>
            <p:cNvPr id="433" name="tx433"/>
            <p:cNvSpPr/>
            <p:nvPr/>
          </p:nvSpPr>
          <p:spPr>
            <a:xfrm>
              <a:off x="7949824" y="4932075"/>
              <a:ext cx="96816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Zebrafish (Casey)</a:t>
              </a:r>
            </a:p>
          </p:txBody>
        </p:sp>
        <p:sp>
          <p:nvSpPr>
            <p:cNvPr id="434" name="tx434"/>
            <p:cNvSpPr/>
            <p:nvPr/>
          </p:nvSpPr>
          <p:spPr>
            <a:xfrm>
              <a:off x="41553" y="245170"/>
              <a:ext cx="4496836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Normalized RF probabilities (WNT excluded) | Squares = centroids</a:t>
              </a:r>
            </a:p>
          </p:txBody>
        </p:sp>
        <p:sp>
          <p:nvSpPr>
            <p:cNvPr id="435" name="tx435"/>
            <p:cNvSpPr/>
            <p:nvPr/>
          </p:nvSpPr>
          <p:spPr>
            <a:xfrm>
              <a:off x="41553" y="0"/>
              <a:ext cx="4059844" cy="1308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39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Cross-Species MB Classification - Ternary Plot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telley</cp:lastModifiedBy>
  <cp:revision>3</cp:revision>
  <dcterms:created xsi:type="dcterms:W3CDTF">2017-02-13T16:18:36Z</dcterms:created>
  <dcterms:modified xsi:type="dcterms:W3CDTF">2026-02-26T12:49:11Z</dcterms:modified>
  <cp:category/>
</cp:coreProperties>
</file>